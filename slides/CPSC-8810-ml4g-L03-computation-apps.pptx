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4"/>
  </p:sldMasterIdLst>
  <p:notesMasterIdLst>
    <p:notesMasterId r:id="rId53"/>
  </p:notesMasterIdLst>
  <p:sldIdLst>
    <p:sldId id="256" r:id="rId5"/>
    <p:sldId id="257" r:id="rId6"/>
    <p:sldId id="261" r:id="rId7"/>
    <p:sldId id="260" r:id="rId8"/>
    <p:sldId id="262" r:id="rId9"/>
    <p:sldId id="263" r:id="rId10"/>
    <p:sldId id="259" r:id="rId11"/>
    <p:sldId id="264" r:id="rId12"/>
    <p:sldId id="797" r:id="rId13"/>
    <p:sldId id="798" r:id="rId14"/>
    <p:sldId id="799" r:id="rId15"/>
    <p:sldId id="802" r:id="rId16"/>
    <p:sldId id="801" r:id="rId17"/>
    <p:sldId id="803" r:id="rId18"/>
    <p:sldId id="800" r:id="rId19"/>
    <p:sldId id="804" r:id="rId20"/>
    <p:sldId id="805" r:id="rId21"/>
    <p:sldId id="806" r:id="rId22"/>
    <p:sldId id="812" r:id="rId23"/>
    <p:sldId id="813" r:id="rId24"/>
    <p:sldId id="811" r:id="rId25"/>
    <p:sldId id="815" r:id="rId26"/>
    <p:sldId id="816" r:id="rId27"/>
    <p:sldId id="814" r:id="rId28"/>
    <p:sldId id="807" r:id="rId29"/>
    <p:sldId id="817" r:id="rId30"/>
    <p:sldId id="819" r:id="rId31"/>
    <p:sldId id="820" r:id="rId32"/>
    <p:sldId id="821" r:id="rId33"/>
    <p:sldId id="822" r:id="rId34"/>
    <p:sldId id="818" r:id="rId35"/>
    <p:sldId id="808" r:id="rId36"/>
    <p:sldId id="809" r:id="rId37"/>
    <p:sldId id="810" r:id="rId38"/>
    <p:sldId id="824" r:id="rId39"/>
    <p:sldId id="826" r:id="rId40"/>
    <p:sldId id="827" r:id="rId41"/>
    <p:sldId id="828" r:id="rId42"/>
    <p:sldId id="823" r:id="rId43"/>
    <p:sldId id="829" r:id="rId44"/>
    <p:sldId id="830" r:id="rId45"/>
    <p:sldId id="831" r:id="rId46"/>
    <p:sldId id="832" r:id="rId47"/>
    <p:sldId id="833" r:id="rId48"/>
    <p:sldId id="834" r:id="rId49"/>
    <p:sldId id="772" r:id="rId50"/>
    <p:sldId id="836" r:id="rId51"/>
    <p:sldId id="83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464"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C80"/>
    <a:srgbClr val="F566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02BF34-D576-E44F-8510-B43DFBC0E7FA}" v="7784" dt="2025-07-28T21:42:35.5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4" autoAdjust="0"/>
    <p:restoredTop sz="84146" autoAdjust="0"/>
  </p:normalViewPr>
  <p:slideViewPr>
    <p:cSldViewPr snapToGrid="0">
      <p:cViewPr varScale="1">
        <p:scale>
          <a:sx n="141" d="100"/>
          <a:sy n="141" d="100"/>
        </p:scale>
        <p:origin x="1480" y="248"/>
      </p:cViewPr>
      <p:guideLst>
        <p:guide pos="4464"/>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on J Masino" userId="2136f450-c1a6-467a-901d-8891005589d6" providerId="ADAL" clId="{5A6D20E5-39A5-344B-A067-66D5E25E6555}"/>
    <pc:docChg chg="undo custSel modSld modMainMaster">
      <pc:chgData name="Aaron J Masino" userId="2136f450-c1a6-467a-901d-8891005589d6" providerId="ADAL" clId="{5A6D20E5-39A5-344B-A067-66D5E25E6555}" dt="2025-06-25T11:48:08.993" v="91" actId="179"/>
      <pc:docMkLst>
        <pc:docMk/>
      </pc:docMkLst>
      <pc:sldChg chg="addSp delSp modSp">
        <pc:chgData name="Aaron J Masino" userId="2136f450-c1a6-467a-901d-8891005589d6" providerId="ADAL" clId="{5A6D20E5-39A5-344B-A067-66D5E25E6555}" dt="2025-06-19T12:04:09.988" v="83"/>
        <pc:sldMkLst>
          <pc:docMk/>
          <pc:sldMk cId="693114762" sldId="256"/>
        </pc:sldMkLst>
        <pc:picChg chg="add mod">
          <ac:chgData name="Aaron J Masino" userId="2136f450-c1a6-467a-901d-8891005589d6" providerId="ADAL" clId="{5A6D20E5-39A5-344B-A067-66D5E25E6555}" dt="2025-06-19T12:04:09.988" v="83"/>
          <ac:picMkLst>
            <pc:docMk/>
            <pc:sldMk cId="693114762" sldId="256"/>
            <ac:picMk id="7" creationId="{D9A9A50E-E3F3-E9D1-98F5-2E5BAC43F3FA}"/>
          </ac:picMkLst>
        </pc:picChg>
      </pc:sldChg>
      <pc:sldMasterChg chg="addSp delSp modSp mod modSldLayout">
        <pc:chgData name="Aaron J Masino" userId="2136f450-c1a6-467a-901d-8891005589d6" providerId="ADAL" clId="{5A6D20E5-39A5-344B-A067-66D5E25E6555}" dt="2025-06-25T11:48:08.993" v="91" actId="179"/>
        <pc:sldMasterMkLst>
          <pc:docMk/>
          <pc:sldMasterMk cId="2924523013" sldId="2147483672"/>
        </pc:sldMasterMkLst>
        <pc:spChg chg="mod">
          <ac:chgData name="Aaron J Masino" userId="2136f450-c1a6-467a-901d-8891005589d6" providerId="ADAL" clId="{5A6D20E5-39A5-344B-A067-66D5E25E6555}" dt="2025-06-25T11:48:08.993" v="91" actId="179"/>
          <ac:spMkLst>
            <pc:docMk/>
            <pc:sldMasterMk cId="2924523013" sldId="2147483672"/>
            <ac:spMk id="3" creationId="{00000000-0000-0000-0000-000000000000}"/>
          </ac:spMkLst>
        </pc:spChg>
        <pc:spChg chg="mod">
          <ac:chgData name="Aaron J Masino" userId="2136f450-c1a6-467a-901d-8891005589d6" providerId="ADAL" clId="{5A6D20E5-39A5-344B-A067-66D5E25E6555}" dt="2025-06-17T19:37:03.367" v="4" actId="14100"/>
          <ac:spMkLst>
            <pc:docMk/>
            <pc:sldMasterMk cId="2924523013" sldId="2147483672"/>
            <ac:spMk id="6" creationId="{6CFDAEB5-E788-1B9E-B4DD-B019B6C2455A}"/>
          </ac:spMkLst>
        </pc:spChg>
        <pc:sldLayoutChg chg="addSp delSp modSp mod">
          <pc:chgData name="Aaron J Masino" userId="2136f450-c1a6-467a-901d-8891005589d6" providerId="ADAL" clId="{5A6D20E5-39A5-344B-A067-66D5E25E6555}" dt="2025-06-19T12:03:20.243" v="81"/>
          <pc:sldLayoutMkLst>
            <pc:docMk/>
            <pc:sldMasterMk cId="2924523013" sldId="2147483672"/>
            <pc:sldLayoutMk cId="1512114435" sldId="2147483673"/>
          </pc:sldLayoutMkLst>
          <pc:spChg chg="mod">
            <ac:chgData name="Aaron J Masino" userId="2136f450-c1a6-467a-901d-8891005589d6" providerId="ADAL" clId="{5A6D20E5-39A5-344B-A067-66D5E25E6555}" dt="2025-06-19T12:01:58.534" v="33" actId="20577"/>
            <ac:spMkLst>
              <pc:docMk/>
              <pc:sldMasterMk cId="2924523013" sldId="2147483672"/>
              <pc:sldLayoutMk cId="1512114435" sldId="2147483673"/>
              <ac:spMk id="3" creationId="{00000000-0000-0000-0000-000000000000}"/>
            </ac:spMkLst>
          </pc:spChg>
          <pc:spChg chg="mod">
            <ac:chgData name="Aaron J Masino" userId="2136f450-c1a6-467a-901d-8891005589d6" providerId="ADAL" clId="{5A6D20E5-39A5-344B-A067-66D5E25E6555}" dt="2025-06-19T12:02:10.974" v="74" actId="20577"/>
            <ac:spMkLst>
              <pc:docMk/>
              <pc:sldMasterMk cId="2924523013" sldId="2147483672"/>
              <pc:sldLayoutMk cId="1512114435" sldId="2147483673"/>
              <ac:spMk id="171" creationId="{F097ABE9-E407-6F41-BEC5-2A6EECED9AC8}"/>
            </ac:spMkLst>
          </pc:spChg>
        </pc:sldLayoutChg>
        <pc:sldLayoutChg chg="delSp modSp mod">
          <pc:chgData name="Aaron J Masino" userId="2136f450-c1a6-467a-901d-8891005589d6" providerId="ADAL" clId="{5A6D20E5-39A5-344B-A067-66D5E25E6555}" dt="2025-06-19T12:01:34.957" v="13" actId="1076"/>
          <pc:sldLayoutMkLst>
            <pc:docMk/>
            <pc:sldMasterMk cId="2924523013" sldId="2147483672"/>
            <pc:sldLayoutMk cId="3997437153" sldId="2147483678"/>
          </pc:sldLayoutMkLst>
          <pc:spChg chg="mod">
            <ac:chgData name="Aaron J Masino" userId="2136f450-c1a6-467a-901d-8891005589d6" providerId="ADAL" clId="{5A6D20E5-39A5-344B-A067-66D5E25E6555}" dt="2025-06-19T12:01:34.957" v="13" actId="1076"/>
            <ac:spMkLst>
              <pc:docMk/>
              <pc:sldMasterMk cId="2924523013" sldId="2147483672"/>
              <pc:sldLayoutMk cId="3997437153" sldId="2147483678"/>
              <ac:spMk id="179" creationId="{4ABF823B-5972-8C46-BE31-3BCDD8C4CD81}"/>
            </ac:spMkLst>
          </pc:spChg>
        </pc:sldLayoutChg>
      </pc:sldMasterChg>
    </pc:docChg>
  </pc:docChgLst>
  <pc:docChgLst>
    <pc:chgData name="Aaron J Masino" userId="2136f450-c1a6-467a-901d-8891005589d6" providerId="ADAL" clId="{48B776A4-60F4-4589-988D-DEC2FD87185E}"/>
    <pc:docChg chg="undo custSel addSld delSld modSld modMainMaster">
      <pc:chgData name="Aaron J Masino" userId="2136f450-c1a6-467a-901d-8891005589d6" providerId="ADAL" clId="{48B776A4-60F4-4589-988D-DEC2FD87185E}" dt="2023-12-07T20:11:57.867" v="149" actId="680"/>
      <pc:docMkLst>
        <pc:docMk/>
      </pc:docMkLst>
      <pc:sldChg chg="del">
        <pc:chgData name="Aaron J Masino" userId="2136f450-c1a6-467a-901d-8891005589d6" providerId="ADAL" clId="{48B776A4-60F4-4589-988D-DEC2FD87185E}" dt="2023-12-07T19:57:43.021" v="4" actId="47"/>
        <pc:sldMkLst>
          <pc:docMk/>
          <pc:sldMk cId="503119967" sldId="256"/>
        </pc:sldMkLst>
      </pc:sldChg>
      <pc:sldChg chg="new">
        <pc:chgData name="Aaron J Masino" userId="2136f450-c1a6-467a-901d-8891005589d6" providerId="ADAL" clId="{48B776A4-60F4-4589-988D-DEC2FD87185E}" dt="2023-12-07T20:10:59.973" v="143" actId="680"/>
        <pc:sldMkLst>
          <pc:docMk/>
          <pc:sldMk cId="693114762" sldId="256"/>
        </pc:sldMkLst>
      </pc:sldChg>
      <pc:sldChg chg="new add del">
        <pc:chgData name="Aaron J Masino" userId="2136f450-c1a6-467a-901d-8891005589d6" providerId="ADAL" clId="{48B776A4-60F4-4589-988D-DEC2FD87185E}" dt="2023-12-07T20:08:28.565" v="88" actId="47"/>
        <pc:sldMkLst>
          <pc:docMk/>
          <pc:sldMk cId="1717525535" sldId="256"/>
        </pc:sldMkLst>
      </pc:sldChg>
      <pc:sldChg chg="new del">
        <pc:chgData name="Aaron J Masino" userId="2136f450-c1a6-467a-901d-8891005589d6" providerId="ADAL" clId="{48B776A4-60F4-4589-988D-DEC2FD87185E}" dt="2023-12-07T20:03:43.036" v="12" actId="47"/>
        <pc:sldMkLst>
          <pc:docMk/>
          <pc:sldMk cId="69995728" sldId="257"/>
        </pc:sldMkLst>
      </pc:sldChg>
      <pc:sldChg chg="new">
        <pc:chgData name="Aaron J Masino" userId="2136f450-c1a6-467a-901d-8891005589d6" providerId="ADAL" clId="{48B776A4-60F4-4589-988D-DEC2FD87185E}" dt="2023-12-07T20:11:44.059" v="146" actId="680"/>
        <pc:sldMkLst>
          <pc:docMk/>
          <pc:sldMk cId="756590563" sldId="257"/>
        </pc:sldMkLst>
      </pc:sldChg>
      <pc:sldChg chg="delSp new del mod modClrScheme chgLayout">
        <pc:chgData name="Aaron J Masino" userId="2136f450-c1a6-467a-901d-8891005589d6" providerId="ADAL" clId="{48B776A4-60F4-4589-988D-DEC2FD87185E}" dt="2023-12-07T19:58:22.192" v="10" actId="47"/>
        <pc:sldMkLst>
          <pc:docMk/>
          <pc:sldMk cId="1568399189" sldId="257"/>
        </pc:sldMkLst>
      </pc:sldChg>
      <pc:sldChg chg="del">
        <pc:chgData name="Aaron J Masino" userId="2136f450-c1a6-467a-901d-8891005589d6" providerId="ADAL" clId="{48B776A4-60F4-4589-988D-DEC2FD87185E}" dt="2023-12-07T19:57:43.586" v="5" actId="47"/>
        <pc:sldMkLst>
          <pc:docMk/>
          <pc:sldMk cId="1617762962" sldId="257"/>
        </pc:sldMkLst>
      </pc:sldChg>
      <pc:sldChg chg="new add del">
        <pc:chgData name="Aaron J Masino" userId="2136f450-c1a6-467a-901d-8891005589d6" providerId="ADAL" clId="{48B776A4-60F4-4589-988D-DEC2FD87185E}" dt="2023-12-07T20:07:11.754" v="60" actId="680"/>
        <pc:sldMkLst>
          <pc:docMk/>
          <pc:sldMk cId="2237814430" sldId="257"/>
        </pc:sldMkLst>
      </pc:sldChg>
      <pc:sldChg chg="new del">
        <pc:chgData name="Aaron J Masino" userId="2136f450-c1a6-467a-901d-8891005589d6" providerId="ADAL" clId="{48B776A4-60F4-4589-988D-DEC2FD87185E}" dt="2023-12-07T20:08:23.806" v="87" actId="47"/>
        <pc:sldMkLst>
          <pc:docMk/>
          <pc:sldMk cId="2436985711" sldId="257"/>
        </pc:sldMkLst>
      </pc:sldChg>
      <pc:sldChg chg="new del">
        <pc:chgData name="Aaron J Masino" userId="2136f450-c1a6-467a-901d-8891005589d6" providerId="ADAL" clId="{48B776A4-60F4-4589-988D-DEC2FD87185E}" dt="2023-12-07T20:11:53.960" v="148" actId="47"/>
        <pc:sldMkLst>
          <pc:docMk/>
          <pc:sldMk cId="404244840" sldId="258"/>
        </pc:sldMkLst>
      </pc:sldChg>
      <pc:sldChg chg="new">
        <pc:chgData name="Aaron J Masino" userId="2136f450-c1a6-467a-901d-8891005589d6" providerId="ADAL" clId="{48B776A4-60F4-4589-988D-DEC2FD87185E}" dt="2023-12-07T20:11:57.867" v="149" actId="680"/>
        <pc:sldMkLst>
          <pc:docMk/>
          <pc:sldMk cId="596582550" sldId="258"/>
        </pc:sldMkLst>
      </pc:sldChg>
      <pc:sldChg chg="del">
        <pc:chgData name="Aaron J Masino" userId="2136f450-c1a6-467a-901d-8891005589d6" providerId="ADAL" clId="{48B776A4-60F4-4589-988D-DEC2FD87185E}" dt="2023-12-07T19:57:44.348" v="6" actId="47"/>
        <pc:sldMkLst>
          <pc:docMk/>
          <pc:sldMk cId="4231251659" sldId="258"/>
        </pc:sldMkLst>
      </pc:sldChg>
      <pc:sldMasterChg chg="addSp delSp modSp mod setBg modSldLayout">
        <pc:chgData name="Aaron J Masino" userId="2136f450-c1a6-467a-901d-8891005589d6" providerId="ADAL" clId="{48B776A4-60F4-4589-988D-DEC2FD87185E}" dt="2023-12-07T20:11:32.063" v="145"/>
        <pc:sldMasterMkLst>
          <pc:docMk/>
          <pc:sldMasterMk cId="2924523013" sldId="2147483672"/>
        </pc:sldMasterMkLst>
        <pc:sldLayoutChg chg="delSp mod setBg">
          <pc:chgData name="Aaron J Masino" userId="2136f450-c1a6-467a-901d-8891005589d6" providerId="ADAL" clId="{48B776A4-60F4-4589-988D-DEC2FD87185E}" dt="2023-12-07T20:07:34.746" v="83"/>
          <pc:sldLayoutMkLst>
            <pc:docMk/>
            <pc:sldMasterMk cId="2924523013" sldId="2147483672"/>
            <pc:sldLayoutMk cId="1512114435" sldId="2147483673"/>
          </pc:sldLayoutMkLst>
        </pc:sldLayoutChg>
        <pc:sldLayoutChg chg="addSp modSp setBg">
          <pc:chgData name="Aaron J Masino" userId="2136f450-c1a6-467a-901d-8891005589d6" providerId="ADAL" clId="{48B776A4-60F4-4589-988D-DEC2FD87185E}" dt="2023-12-07T20:10:39.691" v="140"/>
          <pc:sldLayoutMkLst>
            <pc:docMk/>
            <pc:sldMasterMk cId="2924523013" sldId="2147483672"/>
            <pc:sldLayoutMk cId="2018154316" sldId="2147483674"/>
          </pc:sldLayoutMkLst>
        </pc:sldLayoutChg>
        <pc:sldLayoutChg chg="addSp modSp mod setBg">
          <pc:chgData name="Aaron J Masino" userId="2136f450-c1a6-467a-901d-8891005589d6" providerId="ADAL" clId="{48B776A4-60F4-4589-988D-DEC2FD87185E}" dt="2023-12-07T20:10:31.550" v="136"/>
          <pc:sldLayoutMkLst>
            <pc:docMk/>
            <pc:sldMasterMk cId="2924523013" sldId="2147483672"/>
            <pc:sldLayoutMk cId="2657387946" sldId="2147483675"/>
          </pc:sldLayoutMkLst>
        </pc:sldLayoutChg>
        <pc:sldLayoutChg chg="addSp modSp setBg">
          <pc:chgData name="Aaron J Masino" userId="2136f450-c1a6-467a-901d-8891005589d6" providerId="ADAL" clId="{48B776A4-60F4-4589-988D-DEC2FD87185E}" dt="2023-12-07T20:10:34.023" v="137"/>
          <pc:sldLayoutMkLst>
            <pc:docMk/>
            <pc:sldMasterMk cId="2924523013" sldId="2147483672"/>
            <pc:sldLayoutMk cId="614271651" sldId="2147483676"/>
          </pc:sldLayoutMkLst>
        </pc:sldLayoutChg>
        <pc:sldLayoutChg chg="addSp modSp setBg">
          <pc:chgData name="Aaron J Masino" userId="2136f450-c1a6-467a-901d-8891005589d6" providerId="ADAL" clId="{48B776A4-60F4-4589-988D-DEC2FD87185E}" dt="2023-12-07T20:10:43.447" v="142"/>
          <pc:sldLayoutMkLst>
            <pc:docMk/>
            <pc:sldMasterMk cId="2924523013" sldId="2147483672"/>
            <pc:sldLayoutMk cId="441325497" sldId="2147483677"/>
          </pc:sldLayoutMkLst>
        </pc:sldLayoutChg>
        <pc:sldLayoutChg chg="addSp delSp modSp setBg">
          <pc:chgData name="Aaron J Masino" userId="2136f450-c1a6-467a-901d-8891005589d6" providerId="ADAL" clId="{48B776A4-60F4-4589-988D-DEC2FD87185E}" dt="2023-12-07T20:11:32.063" v="145"/>
          <pc:sldLayoutMkLst>
            <pc:docMk/>
            <pc:sldMasterMk cId="2924523013" sldId="2147483672"/>
            <pc:sldLayoutMk cId="3997437153" sldId="2147483678"/>
          </pc:sldLayoutMkLst>
        </pc:sldLayoutChg>
        <pc:sldLayoutChg chg="addSp modSp setBg">
          <pc:chgData name="Aaron J Masino" userId="2136f450-c1a6-467a-901d-8891005589d6" providerId="ADAL" clId="{48B776A4-60F4-4589-988D-DEC2FD87185E}" dt="2023-12-07T20:10:41.605" v="141"/>
          <pc:sldLayoutMkLst>
            <pc:docMk/>
            <pc:sldMasterMk cId="2924523013" sldId="2147483672"/>
            <pc:sldLayoutMk cId="506054407" sldId="2147483679"/>
          </pc:sldLayoutMkLst>
        </pc:sldLayoutChg>
        <pc:sldLayoutChg chg="addSp modSp setBg">
          <pc:chgData name="Aaron J Masino" userId="2136f450-c1a6-467a-901d-8891005589d6" providerId="ADAL" clId="{48B776A4-60F4-4589-988D-DEC2FD87185E}" dt="2023-12-07T20:10:35.542" v="138"/>
          <pc:sldLayoutMkLst>
            <pc:docMk/>
            <pc:sldMasterMk cId="2924523013" sldId="2147483672"/>
            <pc:sldLayoutMk cId="1989972280" sldId="2147483680"/>
          </pc:sldLayoutMkLst>
        </pc:sldLayoutChg>
        <pc:sldLayoutChg chg="addSp modSp setBg">
          <pc:chgData name="Aaron J Masino" userId="2136f450-c1a6-467a-901d-8891005589d6" providerId="ADAL" clId="{48B776A4-60F4-4589-988D-DEC2FD87185E}" dt="2023-12-07T20:10:37.130" v="139"/>
          <pc:sldLayoutMkLst>
            <pc:docMk/>
            <pc:sldMasterMk cId="2924523013" sldId="2147483672"/>
            <pc:sldLayoutMk cId="2280434450" sldId="2147483681"/>
          </pc:sldLayoutMkLst>
        </pc:sldLayoutChg>
      </pc:sldMasterChg>
    </pc:docChg>
  </pc:docChgLst>
  <pc:docChgLst>
    <pc:chgData name="Aaron J Masino" userId="2136f450-c1a6-467a-901d-8891005589d6" providerId="ADAL" clId="{B602BF34-D576-E44F-8510-B43DFBC0E7FA}"/>
    <pc:docChg chg="undo custSel addSld delSld modSld sldOrd">
      <pc:chgData name="Aaron J Masino" userId="2136f450-c1a6-467a-901d-8891005589d6" providerId="ADAL" clId="{B602BF34-D576-E44F-8510-B43DFBC0E7FA}" dt="2025-07-28T21:43:02.555" v="20943" actId="1076"/>
      <pc:docMkLst>
        <pc:docMk/>
      </pc:docMkLst>
      <pc:sldChg chg="modSp mod">
        <pc:chgData name="Aaron J Masino" userId="2136f450-c1a6-467a-901d-8891005589d6" providerId="ADAL" clId="{B602BF34-D576-E44F-8510-B43DFBC0E7FA}" dt="2025-07-17T15:05:24.606" v="86" actId="20577"/>
        <pc:sldMkLst>
          <pc:docMk/>
          <pc:sldMk cId="693114762" sldId="256"/>
        </pc:sldMkLst>
        <pc:spChg chg="mod">
          <ac:chgData name="Aaron J Masino" userId="2136f450-c1a6-467a-901d-8891005589d6" providerId="ADAL" clId="{B602BF34-D576-E44F-8510-B43DFBC0E7FA}" dt="2025-07-17T15:05:24.606" v="86" actId="20577"/>
          <ac:spMkLst>
            <pc:docMk/>
            <pc:sldMk cId="693114762" sldId="256"/>
            <ac:spMk id="4" creationId="{2EFBDD8D-7AE1-B0A3-8A18-699F1ACDEC5E}"/>
          </ac:spMkLst>
        </pc:spChg>
      </pc:sldChg>
      <pc:sldChg chg="modSp mod">
        <pc:chgData name="Aaron J Masino" userId="2136f450-c1a6-467a-901d-8891005589d6" providerId="ADAL" clId="{B602BF34-D576-E44F-8510-B43DFBC0E7FA}" dt="2025-07-21T21:37:41.739" v="19969" actId="20577"/>
        <pc:sldMkLst>
          <pc:docMk/>
          <pc:sldMk cId="756590563" sldId="257"/>
        </pc:sldMkLst>
        <pc:spChg chg="mod">
          <ac:chgData name="Aaron J Masino" userId="2136f450-c1a6-467a-901d-8891005589d6" providerId="ADAL" clId="{B602BF34-D576-E44F-8510-B43DFBC0E7FA}" dt="2025-07-07T16:35:12.849" v="37" actId="20577"/>
          <ac:spMkLst>
            <pc:docMk/>
            <pc:sldMk cId="756590563" sldId="257"/>
            <ac:spMk id="2" creationId="{34B3E212-40CD-42B4-ED8A-694668EA2863}"/>
          </ac:spMkLst>
        </pc:spChg>
        <pc:spChg chg="mod">
          <ac:chgData name="Aaron J Masino" userId="2136f450-c1a6-467a-901d-8891005589d6" providerId="ADAL" clId="{B602BF34-D576-E44F-8510-B43DFBC0E7FA}" dt="2025-07-21T21:37:41.739" v="19969" actId="20577"/>
          <ac:spMkLst>
            <pc:docMk/>
            <pc:sldMk cId="756590563" sldId="257"/>
            <ac:spMk id="3" creationId="{20EC2AD7-73CE-2F2B-A3D6-23464F280D9D}"/>
          </ac:spMkLst>
        </pc:spChg>
      </pc:sldChg>
      <pc:sldChg chg="del">
        <pc:chgData name="Aaron J Masino" userId="2136f450-c1a6-467a-901d-8891005589d6" providerId="ADAL" clId="{B602BF34-D576-E44F-8510-B43DFBC0E7FA}" dt="2025-07-21T21:49:52.358" v="20921" actId="2696"/>
        <pc:sldMkLst>
          <pc:docMk/>
          <pc:sldMk cId="596582550" sldId="258"/>
        </pc:sldMkLst>
      </pc:sldChg>
      <pc:sldChg chg="modSp new mod">
        <pc:chgData name="Aaron J Masino" userId="2136f450-c1a6-467a-901d-8891005589d6" providerId="ADAL" clId="{B602BF34-D576-E44F-8510-B43DFBC0E7FA}" dt="2025-07-18T12:20:11.465" v="7871" actId="20577"/>
        <pc:sldMkLst>
          <pc:docMk/>
          <pc:sldMk cId="3907174182" sldId="259"/>
        </pc:sldMkLst>
        <pc:spChg chg="mod">
          <ac:chgData name="Aaron J Masino" userId="2136f450-c1a6-467a-901d-8891005589d6" providerId="ADAL" clId="{B602BF34-D576-E44F-8510-B43DFBC0E7FA}" dt="2025-07-18T12:20:11.465" v="7871" actId="20577"/>
          <ac:spMkLst>
            <pc:docMk/>
            <pc:sldMk cId="3907174182" sldId="259"/>
            <ac:spMk id="2" creationId="{DA3072A8-85DA-F395-A0E2-E39DF6CBA6CD}"/>
          </ac:spMkLst>
        </pc:spChg>
      </pc:sldChg>
      <pc:sldChg chg="addSp modSp new mod ord modAnim">
        <pc:chgData name="Aaron J Masino" userId="2136f450-c1a6-467a-901d-8891005589d6" providerId="ADAL" clId="{B602BF34-D576-E44F-8510-B43DFBC0E7FA}" dt="2025-07-18T14:06:03.511" v="9511" actId="962"/>
        <pc:sldMkLst>
          <pc:docMk/>
          <pc:sldMk cId="2989540621" sldId="260"/>
        </pc:sldMkLst>
        <pc:spChg chg="mod">
          <ac:chgData name="Aaron J Masino" userId="2136f450-c1a6-467a-901d-8891005589d6" providerId="ADAL" clId="{B602BF34-D576-E44F-8510-B43DFBC0E7FA}" dt="2025-07-17T15:24:43.939" v="396" actId="20577"/>
          <ac:spMkLst>
            <pc:docMk/>
            <pc:sldMk cId="2989540621" sldId="260"/>
            <ac:spMk id="2" creationId="{78D85091-A68C-A9A8-1785-4B78C3D2C606}"/>
          </ac:spMkLst>
        </pc:spChg>
        <pc:spChg chg="mod">
          <ac:chgData name="Aaron J Masino" userId="2136f450-c1a6-467a-901d-8891005589d6" providerId="ADAL" clId="{B602BF34-D576-E44F-8510-B43DFBC0E7FA}" dt="2025-07-17T15:47:58.283" v="874" actId="20577"/>
          <ac:spMkLst>
            <pc:docMk/>
            <pc:sldMk cId="2989540621" sldId="260"/>
            <ac:spMk id="3" creationId="{E1E9F660-EA53-7DAB-F6BF-4BD1C9FB8B75}"/>
          </ac:spMkLst>
        </pc:spChg>
        <pc:spChg chg="add mod">
          <ac:chgData name="Aaron J Masino" userId="2136f450-c1a6-467a-901d-8891005589d6" providerId="ADAL" clId="{B602BF34-D576-E44F-8510-B43DFBC0E7FA}" dt="2025-07-17T15:49:45.400" v="894" actId="20577"/>
          <ac:spMkLst>
            <pc:docMk/>
            <pc:sldMk cId="2989540621" sldId="260"/>
            <ac:spMk id="4" creationId="{AF6966C5-8A2C-D6C2-492C-5310356A12E8}"/>
          </ac:spMkLst>
        </pc:spChg>
        <pc:grpChg chg="add mod">
          <ac:chgData name="Aaron J Masino" userId="2136f450-c1a6-467a-901d-8891005589d6" providerId="ADAL" clId="{B602BF34-D576-E44F-8510-B43DFBC0E7FA}" dt="2025-07-18T14:06:03.511" v="9511" actId="962"/>
          <ac:grpSpMkLst>
            <pc:docMk/>
            <pc:sldMk cId="2989540621" sldId="260"/>
            <ac:grpSpMk id="5" creationId="{9FE45F8E-8544-17C6-5773-028D36966D78}"/>
          </ac:grpSpMkLst>
        </pc:grpChg>
        <pc:picChg chg="add mod">
          <ac:chgData name="Aaron J Masino" userId="2136f450-c1a6-467a-901d-8891005589d6" providerId="ADAL" clId="{B602BF34-D576-E44F-8510-B43DFBC0E7FA}" dt="2025-07-17T15:33:33.287" v="850" actId="14100"/>
          <ac:picMkLst>
            <pc:docMk/>
            <pc:sldMk cId="2989540621" sldId="260"/>
            <ac:picMk id="1026" creationId="{525C9CDC-E790-8267-12D0-93B722E4B79E}"/>
          </ac:picMkLst>
        </pc:picChg>
      </pc:sldChg>
      <pc:sldChg chg="modSp add mod">
        <pc:chgData name="Aaron J Masino" userId="2136f450-c1a6-467a-901d-8891005589d6" providerId="ADAL" clId="{B602BF34-D576-E44F-8510-B43DFBC0E7FA}" dt="2025-07-17T15:24:19.051" v="369" actId="20577"/>
        <pc:sldMkLst>
          <pc:docMk/>
          <pc:sldMk cId="914433837" sldId="261"/>
        </pc:sldMkLst>
        <pc:spChg chg="mod">
          <ac:chgData name="Aaron J Masino" userId="2136f450-c1a6-467a-901d-8891005589d6" providerId="ADAL" clId="{B602BF34-D576-E44F-8510-B43DFBC0E7FA}" dt="2025-07-17T15:24:19.051" v="369" actId="20577"/>
          <ac:spMkLst>
            <pc:docMk/>
            <pc:sldMk cId="914433837" sldId="261"/>
            <ac:spMk id="2" creationId="{0F8A6F2A-1F84-5625-977F-3697A666F092}"/>
          </ac:spMkLst>
        </pc:spChg>
      </pc:sldChg>
      <pc:sldChg chg="modSp new mod modAnim">
        <pc:chgData name="Aaron J Masino" userId="2136f450-c1a6-467a-901d-8891005589d6" providerId="ADAL" clId="{B602BF34-D576-E44F-8510-B43DFBC0E7FA}" dt="2025-07-18T12:05:25.492" v="7692" actId="20577"/>
        <pc:sldMkLst>
          <pc:docMk/>
          <pc:sldMk cId="1229431456" sldId="262"/>
        </pc:sldMkLst>
        <pc:spChg chg="mod">
          <ac:chgData name="Aaron J Masino" userId="2136f450-c1a6-467a-901d-8891005589d6" providerId="ADAL" clId="{B602BF34-D576-E44F-8510-B43DFBC0E7FA}" dt="2025-07-17T18:51:54.348" v="2529" actId="20577"/>
          <ac:spMkLst>
            <pc:docMk/>
            <pc:sldMk cId="1229431456" sldId="262"/>
            <ac:spMk id="2" creationId="{8069DC09-3661-AFB8-42CC-27D2973EABDB}"/>
          </ac:spMkLst>
        </pc:spChg>
        <pc:spChg chg="mod">
          <ac:chgData name="Aaron J Masino" userId="2136f450-c1a6-467a-901d-8891005589d6" providerId="ADAL" clId="{B602BF34-D576-E44F-8510-B43DFBC0E7FA}" dt="2025-07-18T12:05:25.492" v="7692" actId="20577"/>
          <ac:spMkLst>
            <pc:docMk/>
            <pc:sldMk cId="1229431456" sldId="262"/>
            <ac:spMk id="3" creationId="{341232AF-F1B1-EA19-7AD4-6B6662B0A3D0}"/>
          </ac:spMkLst>
        </pc:spChg>
      </pc:sldChg>
      <pc:sldChg chg="modSp new mod">
        <pc:chgData name="Aaron J Masino" userId="2136f450-c1a6-467a-901d-8891005589d6" providerId="ADAL" clId="{B602BF34-D576-E44F-8510-B43DFBC0E7FA}" dt="2025-07-17T19:05:14.448" v="3245" actId="20577"/>
        <pc:sldMkLst>
          <pc:docMk/>
          <pc:sldMk cId="1264929244" sldId="263"/>
        </pc:sldMkLst>
        <pc:spChg chg="mod">
          <ac:chgData name="Aaron J Masino" userId="2136f450-c1a6-467a-901d-8891005589d6" providerId="ADAL" clId="{B602BF34-D576-E44F-8510-B43DFBC0E7FA}" dt="2025-07-17T18:59:07.507" v="2671" actId="20577"/>
          <ac:spMkLst>
            <pc:docMk/>
            <pc:sldMk cId="1264929244" sldId="263"/>
            <ac:spMk id="2" creationId="{EBAF8876-378E-19F0-6A06-C73930D3CF7E}"/>
          </ac:spMkLst>
        </pc:spChg>
        <pc:spChg chg="mod">
          <ac:chgData name="Aaron J Masino" userId="2136f450-c1a6-467a-901d-8891005589d6" providerId="ADAL" clId="{B602BF34-D576-E44F-8510-B43DFBC0E7FA}" dt="2025-07-17T19:05:14.448" v="3245" actId="20577"/>
          <ac:spMkLst>
            <pc:docMk/>
            <pc:sldMk cId="1264929244" sldId="263"/>
            <ac:spMk id="3" creationId="{AB0A3823-1896-B72E-B3D1-1A61E0FAC66F}"/>
          </ac:spMkLst>
        </pc:spChg>
      </pc:sldChg>
      <pc:sldChg chg="modSp new mod modAnim">
        <pc:chgData name="Aaron J Masino" userId="2136f450-c1a6-467a-901d-8891005589d6" providerId="ADAL" clId="{B602BF34-D576-E44F-8510-B43DFBC0E7FA}" dt="2025-07-18T12:07:55.494" v="7740"/>
        <pc:sldMkLst>
          <pc:docMk/>
          <pc:sldMk cId="3948545555" sldId="264"/>
        </pc:sldMkLst>
        <pc:spChg chg="mod">
          <ac:chgData name="Aaron J Masino" userId="2136f450-c1a6-467a-901d-8891005589d6" providerId="ADAL" clId="{B602BF34-D576-E44F-8510-B43DFBC0E7FA}" dt="2025-07-17T19:06:41.762" v="3309" actId="20577"/>
          <ac:spMkLst>
            <pc:docMk/>
            <pc:sldMk cId="3948545555" sldId="264"/>
            <ac:spMk id="2" creationId="{B8F00EDC-5916-17D0-3A80-C0A3B23AF506}"/>
          </ac:spMkLst>
        </pc:spChg>
        <pc:spChg chg="mod">
          <ac:chgData name="Aaron J Masino" userId="2136f450-c1a6-467a-901d-8891005589d6" providerId="ADAL" clId="{B602BF34-D576-E44F-8510-B43DFBC0E7FA}" dt="2025-07-18T12:07:26.565" v="7736" actId="20577"/>
          <ac:spMkLst>
            <pc:docMk/>
            <pc:sldMk cId="3948545555" sldId="264"/>
            <ac:spMk id="3" creationId="{4FC09C01-C7C8-9CD9-8E3E-7EA7BB48AB56}"/>
          </ac:spMkLst>
        </pc:spChg>
      </pc:sldChg>
      <pc:sldChg chg="add">
        <pc:chgData name="Aaron J Masino" userId="2136f450-c1a6-467a-901d-8891005589d6" providerId="ADAL" clId="{B602BF34-D576-E44F-8510-B43DFBC0E7FA}" dt="2025-07-28T21:41:28.633" v="20922"/>
        <pc:sldMkLst>
          <pc:docMk/>
          <pc:sldMk cId="3238989274" sldId="772"/>
        </pc:sldMkLst>
      </pc:sldChg>
      <pc:sldChg chg="addSp delSp modSp add mod delAnim modAnim modNotesTx">
        <pc:chgData name="Aaron J Masino" userId="2136f450-c1a6-467a-901d-8891005589d6" providerId="ADAL" clId="{B602BF34-D576-E44F-8510-B43DFBC0E7FA}" dt="2025-07-18T14:06:35.543" v="9679" actId="962"/>
        <pc:sldMkLst>
          <pc:docMk/>
          <pc:sldMk cId="71595918" sldId="797"/>
        </pc:sldMkLst>
        <pc:spChg chg="mod">
          <ac:chgData name="Aaron J Masino" userId="2136f450-c1a6-467a-901d-8891005589d6" providerId="ADAL" clId="{B602BF34-D576-E44F-8510-B43DFBC0E7FA}" dt="2025-07-17T19:15:24.250" v="3959" actId="20577"/>
          <ac:spMkLst>
            <pc:docMk/>
            <pc:sldMk cId="71595918" sldId="797"/>
            <ac:spMk id="2" creationId="{9FFF75F1-DB7F-0A49-58C5-B390120FD93A}"/>
          </ac:spMkLst>
        </pc:spChg>
        <pc:spChg chg="mod">
          <ac:chgData name="Aaron J Masino" userId="2136f450-c1a6-467a-901d-8891005589d6" providerId="ADAL" clId="{B602BF34-D576-E44F-8510-B43DFBC0E7FA}" dt="2025-07-17T19:24:34.923" v="4182" actId="20577"/>
          <ac:spMkLst>
            <pc:docMk/>
            <pc:sldMk cId="71595918" sldId="797"/>
            <ac:spMk id="3" creationId="{D758D084-10F9-B0F1-85ED-4DCC26D5847F}"/>
          </ac:spMkLst>
        </pc:spChg>
        <pc:spChg chg="mod">
          <ac:chgData name="Aaron J Masino" userId="2136f450-c1a6-467a-901d-8891005589d6" providerId="ADAL" clId="{B602BF34-D576-E44F-8510-B43DFBC0E7FA}" dt="2025-07-18T12:03:15.713" v="7670" actId="20577"/>
          <ac:spMkLst>
            <pc:docMk/>
            <pc:sldMk cId="71595918" sldId="797"/>
            <ac:spMk id="12" creationId="{5A695A61-A2D6-B32E-8F9B-31966A448EE3}"/>
          </ac:spMkLst>
        </pc:spChg>
        <pc:spChg chg="mod">
          <ac:chgData name="Aaron J Masino" userId="2136f450-c1a6-467a-901d-8891005589d6" providerId="ADAL" clId="{B602BF34-D576-E44F-8510-B43DFBC0E7FA}" dt="2025-07-18T12:03:19.372" v="7672" actId="20577"/>
          <ac:spMkLst>
            <pc:docMk/>
            <pc:sldMk cId="71595918" sldId="797"/>
            <ac:spMk id="13" creationId="{86D8FFB5-99D7-F1F6-6CE3-966217ABAF80}"/>
          </ac:spMkLst>
        </pc:spChg>
        <pc:spChg chg="mod">
          <ac:chgData name="Aaron J Masino" userId="2136f450-c1a6-467a-901d-8891005589d6" providerId="ADAL" clId="{B602BF34-D576-E44F-8510-B43DFBC0E7FA}" dt="2025-07-18T12:03:22.421" v="7674" actId="20577"/>
          <ac:spMkLst>
            <pc:docMk/>
            <pc:sldMk cId="71595918" sldId="797"/>
            <ac:spMk id="14" creationId="{FC2997C1-104D-35FF-18A8-E31D62383755}"/>
          </ac:spMkLst>
        </pc:spChg>
        <pc:spChg chg="mod">
          <ac:chgData name="Aaron J Masino" userId="2136f450-c1a6-467a-901d-8891005589d6" providerId="ADAL" clId="{B602BF34-D576-E44F-8510-B43DFBC0E7FA}" dt="2025-07-18T12:03:26.363" v="7676" actId="20577"/>
          <ac:spMkLst>
            <pc:docMk/>
            <pc:sldMk cId="71595918" sldId="797"/>
            <ac:spMk id="15" creationId="{B54EDE3C-B863-C903-352A-3D28B2F12184}"/>
          </ac:spMkLst>
        </pc:spChg>
        <pc:grpChg chg="mod topLvl">
          <ac:chgData name="Aaron J Masino" userId="2136f450-c1a6-467a-901d-8891005589d6" providerId="ADAL" clId="{B602BF34-D576-E44F-8510-B43DFBC0E7FA}" dt="2025-07-17T20:09:51.571" v="5439" actId="165"/>
          <ac:grpSpMkLst>
            <pc:docMk/>
            <pc:sldMk cId="71595918" sldId="797"/>
            <ac:grpSpMk id="20" creationId="{0A5FA609-3EDB-1061-268A-09F4E4ED2AD6}"/>
          </ac:grpSpMkLst>
        </pc:grpChg>
        <pc:grpChg chg="add mod">
          <ac:chgData name="Aaron J Masino" userId="2136f450-c1a6-467a-901d-8891005589d6" providerId="ADAL" clId="{B602BF34-D576-E44F-8510-B43DFBC0E7FA}" dt="2025-07-18T14:06:35.543" v="9679" actId="962"/>
          <ac:grpSpMkLst>
            <pc:docMk/>
            <pc:sldMk cId="71595918" sldId="797"/>
            <ac:grpSpMk id="23" creationId="{6C11D30C-A65F-BAB6-D2D3-5E52E279844E}"/>
          </ac:grpSpMkLst>
        </pc:grpChg>
        <pc:picChg chg="add mod">
          <ac:chgData name="Aaron J Masino" userId="2136f450-c1a6-467a-901d-8891005589d6" providerId="ADAL" clId="{B602BF34-D576-E44F-8510-B43DFBC0E7FA}" dt="2025-07-17T20:10:08.169" v="5443" actId="14100"/>
          <ac:picMkLst>
            <pc:docMk/>
            <pc:sldMk cId="71595918" sldId="797"/>
            <ac:picMk id="22" creationId="{0B8BAEDE-1AEC-7DF6-E96C-631D93DB3259}"/>
          </ac:picMkLst>
        </pc:picChg>
      </pc:sldChg>
      <pc:sldChg chg="addSp modSp new mod modAnim modNotesTx">
        <pc:chgData name="Aaron J Masino" userId="2136f450-c1a6-467a-901d-8891005589d6" providerId="ADAL" clId="{B602BF34-D576-E44F-8510-B43DFBC0E7FA}" dt="2025-07-18T14:07:05.156" v="9831" actId="962"/>
        <pc:sldMkLst>
          <pc:docMk/>
          <pc:sldMk cId="792345502" sldId="798"/>
        </pc:sldMkLst>
        <pc:spChg chg="mod">
          <ac:chgData name="Aaron J Masino" userId="2136f450-c1a6-467a-901d-8891005589d6" providerId="ADAL" clId="{B602BF34-D576-E44F-8510-B43DFBC0E7FA}" dt="2025-07-17T19:37:15.649" v="4545" actId="20577"/>
          <ac:spMkLst>
            <pc:docMk/>
            <pc:sldMk cId="792345502" sldId="798"/>
            <ac:spMk id="2" creationId="{D5948C83-5F44-A8AE-8A22-AD0F468636D8}"/>
          </ac:spMkLst>
        </pc:spChg>
        <pc:spChg chg="mod">
          <ac:chgData name="Aaron J Masino" userId="2136f450-c1a6-467a-901d-8891005589d6" providerId="ADAL" clId="{B602BF34-D576-E44F-8510-B43DFBC0E7FA}" dt="2025-07-17T19:59:43.545" v="5088" actId="14100"/>
          <ac:spMkLst>
            <pc:docMk/>
            <pc:sldMk cId="792345502" sldId="798"/>
            <ac:spMk id="3" creationId="{7E38C630-084D-028B-EA8B-9204DEE7DB0C}"/>
          </ac:spMkLst>
        </pc:spChg>
        <pc:picChg chg="add mod">
          <ac:chgData name="Aaron J Masino" userId="2136f450-c1a6-467a-901d-8891005589d6" providerId="ADAL" clId="{B602BF34-D576-E44F-8510-B43DFBC0E7FA}" dt="2025-07-18T14:07:05.156" v="9831" actId="962"/>
          <ac:picMkLst>
            <pc:docMk/>
            <pc:sldMk cId="792345502" sldId="798"/>
            <ac:picMk id="4" creationId="{BD48E108-E39C-54E5-45B8-407D83DA1FD8}"/>
          </ac:picMkLst>
        </pc:picChg>
      </pc:sldChg>
      <pc:sldChg chg="addSp modSp new mod modAnim">
        <pc:chgData name="Aaron J Masino" userId="2136f450-c1a6-467a-901d-8891005589d6" providerId="ADAL" clId="{B602BF34-D576-E44F-8510-B43DFBC0E7FA}" dt="2025-07-17T20:50:57.163" v="6928" actId="20577"/>
        <pc:sldMkLst>
          <pc:docMk/>
          <pc:sldMk cId="244016558" sldId="799"/>
        </pc:sldMkLst>
        <pc:spChg chg="mod">
          <ac:chgData name="Aaron J Masino" userId="2136f450-c1a6-467a-901d-8891005589d6" providerId="ADAL" clId="{B602BF34-D576-E44F-8510-B43DFBC0E7FA}" dt="2025-07-17T20:01:42.796" v="5115" actId="20577"/>
          <ac:spMkLst>
            <pc:docMk/>
            <pc:sldMk cId="244016558" sldId="799"/>
            <ac:spMk id="2" creationId="{AADD4455-37A6-0257-F223-B089A135A975}"/>
          </ac:spMkLst>
        </pc:spChg>
        <pc:spChg chg="mod">
          <ac:chgData name="Aaron J Masino" userId="2136f450-c1a6-467a-901d-8891005589d6" providerId="ADAL" clId="{B602BF34-D576-E44F-8510-B43DFBC0E7FA}" dt="2025-07-17T20:50:57.163" v="6928" actId="20577"/>
          <ac:spMkLst>
            <pc:docMk/>
            <pc:sldMk cId="244016558" sldId="799"/>
            <ac:spMk id="3" creationId="{B0903057-CD67-2E1B-3126-D23675D60BE2}"/>
          </ac:spMkLst>
        </pc:spChg>
        <pc:spChg chg="mod">
          <ac:chgData name="Aaron J Masino" userId="2136f450-c1a6-467a-901d-8891005589d6" providerId="ADAL" clId="{B602BF34-D576-E44F-8510-B43DFBC0E7FA}" dt="2025-07-17T20:25:05.384" v="5942"/>
          <ac:spMkLst>
            <pc:docMk/>
            <pc:sldMk cId="244016558" sldId="799"/>
            <ac:spMk id="5" creationId="{FD3D396D-A289-9FA2-68E9-8FFA8C0FCDE7}"/>
          </ac:spMkLst>
        </pc:spChg>
        <pc:spChg chg="mod">
          <ac:chgData name="Aaron J Masino" userId="2136f450-c1a6-467a-901d-8891005589d6" providerId="ADAL" clId="{B602BF34-D576-E44F-8510-B43DFBC0E7FA}" dt="2025-07-17T20:25:05.384" v="5942"/>
          <ac:spMkLst>
            <pc:docMk/>
            <pc:sldMk cId="244016558" sldId="799"/>
            <ac:spMk id="6" creationId="{A0F0828E-A4C9-3E14-EFD2-2684DFFDDBD7}"/>
          </ac:spMkLst>
        </pc:spChg>
        <pc:spChg chg="mod">
          <ac:chgData name="Aaron J Masino" userId="2136f450-c1a6-467a-901d-8891005589d6" providerId="ADAL" clId="{B602BF34-D576-E44F-8510-B43DFBC0E7FA}" dt="2025-07-17T20:25:05.384" v="5942"/>
          <ac:spMkLst>
            <pc:docMk/>
            <pc:sldMk cId="244016558" sldId="799"/>
            <ac:spMk id="7" creationId="{4FEC5562-1D13-7888-FD0A-7031A777487F}"/>
          </ac:spMkLst>
        </pc:spChg>
        <pc:spChg chg="mod">
          <ac:chgData name="Aaron J Masino" userId="2136f450-c1a6-467a-901d-8891005589d6" providerId="ADAL" clId="{B602BF34-D576-E44F-8510-B43DFBC0E7FA}" dt="2025-07-17T20:25:05.384" v="5942"/>
          <ac:spMkLst>
            <pc:docMk/>
            <pc:sldMk cId="244016558" sldId="799"/>
            <ac:spMk id="8" creationId="{61ABB01B-D681-8D06-288A-419BDFB7BEEE}"/>
          </ac:spMkLst>
        </pc:spChg>
        <pc:spChg chg="mod">
          <ac:chgData name="Aaron J Masino" userId="2136f450-c1a6-467a-901d-8891005589d6" providerId="ADAL" clId="{B602BF34-D576-E44F-8510-B43DFBC0E7FA}" dt="2025-07-17T20:25:05.384" v="5942"/>
          <ac:spMkLst>
            <pc:docMk/>
            <pc:sldMk cId="244016558" sldId="799"/>
            <ac:spMk id="13" creationId="{3DF6198F-F84B-F918-5FCC-5B126F75E9F0}"/>
          </ac:spMkLst>
        </pc:spChg>
        <pc:spChg chg="mod">
          <ac:chgData name="Aaron J Masino" userId="2136f450-c1a6-467a-901d-8891005589d6" providerId="ADAL" clId="{B602BF34-D576-E44F-8510-B43DFBC0E7FA}" dt="2025-07-17T20:25:05.384" v="5942"/>
          <ac:spMkLst>
            <pc:docMk/>
            <pc:sldMk cId="244016558" sldId="799"/>
            <ac:spMk id="14" creationId="{F4C040DC-1671-0B2D-AEF5-18A2D0BF0C19}"/>
          </ac:spMkLst>
        </pc:spChg>
        <pc:spChg chg="mod">
          <ac:chgData name="Aaron J Masino" userId="2136f450-c1a6-467a-901d-8891005589d6" providerId="ADAL" clId="{B602BF34-D576-E44F-8510-B43DFBC0E7FA}" dt="2025-07-17T20:25:05.384" v="5942"/>
          <ac:spMkLst>
            <pc:docMk/>
            <pc:sldMk cId="244016558" sldId="799"/>
            <ac:spMk id="15" creationId="{5659CCA8-2406-8323-A49A-592FD44B4293}"/>
          </ac:spMkLst>
        </pc:spChg>
        <pc:spChg chg="mod">
          <ac:chgData name="Aaron J Masino" userId="2136f450-c1a6-467a-901d-8891005589d6" providerId="ADAL" clId="{B602BF34-D576-E44F-8510-B43DFBC0E7FA}" dt="2025-07-17T20:25:05.384" v="5942"/>
          <ac:spMkLst>
            <pc:docMk/>
            <pc:sldMk cId="244016558" sldId="799"/>
            <ac:spMk id="16" creationId="{50BE41CC-6AEB-DD51-44AC-EA259CA8A814}"/>
          </ac:spMkLst>
        </pc:spChg>
        <pc:grpChg chg="add mod">
          <ac:chgData name="Aaron J Masino" userId="2136f450-c1a6-467a-901d-8891005589d6" providerId="ADAL" clId="{B602BF34-D576-E44F-8510-B43DFBC0E7FA}" dt="2025-07-17T20:39:38.737" v="6701" actId="1076"/>
          <ac:grpSpMkLst>
            <pc:docMk/>
            <pc:sldMk cId="244016558" sldId="799"/>
            <ac:grpSpMk id="4" creationId="{06968269-25D2-1DBF-788A-02F9CF7B964C}"/>
          </ac:grpSpMkLst>
        </pc:grpChg>
        <pc:graphicFrameChg chg="add mod modGraphic">
          <ac:chgData name="Aaron J Masino" userId="2136f450-c1a6-467a-901d-8891005589d6" providerId="ADAL" clId="{B602BF34-D576-E44F-8510-B43DFBC0E7FA}" dt="2025-07-17T20:29:07.759" v="5987" actId="1076"/>
          <ac:graphicFrameMkLst>
            <pc:docMk/>
            <pc:sldMk cId="244016558" sldId="799"/>
            <ac:graphicFrameMk id="17" creationId="{994328ED-C729-F60E-F59C-DB8DBAA70357}"/>
          </ac:graphicFrameMkLst>
        </pc:graphicFrameChg>
        <pc:cxnChg chg="mod">
          <ac:chgData name="Aaron J Masino" userId="2136f450-c1a6-467a-901d-8891005589d6" providerId="ADAL" clId="{B602BF34-D576-E44F-8510-B43DFBC0E7FA}" dt="2025-07-17T20:25:05.384" v="5942"/>
          <ac:cxnSpMkLst>
            <pc:docMk/>
            <pc:sldMk cId="244016558" sldId="799"/>
            <ac:cxnSpMk id="11" creationId="{17926114-B36D-B3D9-8C70-41A0E8AA0F4E}"/>
          </ac:cxnSpMkLst>
        </pc:cxnChg>
      </pc:sldChg>
      <pc:sldChg chg="modSp new mod modAnim">
        <pc:chgData name="Aaron J Masino" userId="2136f450-c1a6-467a-901d-8891005589d6" providerId="ADAL" clId="{B602BF34-D576-E44F-8510-B43DFBC0E7FA}" dt="2025-07-18T12:13:09.454" v="7746"/>
        <pc:sldMkLst>
          <pc:docMk/>
          <pc:sldMk cId="2504099065" sldId="800"/>
        </pc:sldMkLst>
        <pc:spChg chg="mod">
          <ac:chgData name="Aaron J Masino" userId="2136f450-c1a6-467a-901d-8891005589d6" providerId="ADAL" clId="{B602BF34-D576-E44F-8510-B43DFBC0E7FA}" dt="2025-07-17T20:48:27.557" v="6896" actId="20577"/>
          <ac:spMkLst>
            <pc:docMk/>
            <pc:sldMk cId="2504099065" sldId="800"/>
            <ac:spMk id="2" creationId="{C9AA0E3B-BF16-5EF4-3BE7-C2F2DCEE74ED}"/>
          </ac:spMkLst>
        </pc:spChg>
        <pc:spChg chg="mod">
          <ac:chgData name="Aaron J Masino" userId="2136f450-c1a6-467a-901d-8891005589d6" providerId="ADAL" clId="{B602BF34-D576-E44F-8510-B43DFBC0E7FA}" dt="2025-07-17T21:04:30.847" v="7391" actId="14100"/>
          <ac:spMkLst>
            <pc:docMk/>
            <pc:sldMk cId="2504099065" sldId="800"/>
            <ac:spMk id="3" creationId="{3C685387-43CC-ED46-6856-D21D049EF81A}"/>
          </ac:spMkLst>
        </pc:spChg>
      </pc:sldChg>
      <pc:sldChg chg="addSp modSp add mod">
        <pc:chgData name="Aaron J Masino" userId="2136f450-c1a6-467a-901d-8891005589d6" providerId="ADAL" clId="{B602BF34-D576-E44F-8510-B43DFBC0E7FA}" dt="2025-07-17T20:54:30.419" v="6986" actId="207"/>
        <pc:sldMkLst>
          <pc:docMk/>
          <pc:sldMk cId="3967125147" sldId="801"/>
        </pc:sldMkLst>
        <pc:spChg chg="mod">
          <ac:chgData name="Aaron J Masino" userId="2136f450-c1a6-467a-901d-8891005589d6" providerId="ADAL" clId="{B602BF34-D576-E44F-8510-B43DFBC0E7FA}" dt="2025-07-17T20:54:25.135" v="6984" actId="113"/>
          <ac:spMkLst>
            <pc:docMk/>
            <pc:sldMk cId="3967125147" sldId="801"/>
            <ac:spMk id="3" creationId="{09CC2375-2FA5-FF5B-8EAB-EDFBEFB182D5}"/>
          </ac:spMkLst>
        </pc:spChg>
        <pc:graphicFrameChg chg="modGraphic">
          <ac:chgData name="Aaron J Masino" userId="2136f450-c1a6-467a-901d-8891005589d6" providerId="ADAL" clId="{B602BF34-D576-E44F-8510-B43DFBC0E7FA}" dt="2025-07-17T20:54:30.419" v="6986" actId="207"/>
          <ac:graphicFrameMkLst>
            <pc:docMk/>
            <pc:sldMk cId="3967125147" sldId="801"/>
            <ac:graphicFrameMk id="17" creationId="{C332373B-8726-518E-279B-64F500064C00}"/>
          </ac:graphicFrameMkLst>
        </pc:graphicFrameChg>
        <pc:cxnChg chg="add mod">
          <ac:chgData name="Aaron J Masino" userId="2136f450-c1a6-467a-901d-8891005589d6" providerId="ADAL" clId="{B602BF34-D576-E44F-8510-B43DFBC0E7FA}" dt="2025-07-17T20:53:37.971" v="6953" actId="1582"/>
          <ac:cxnSpMkLst>
            <pc:docMk/>
            <pc:sldMk cId="3967125147" sldId="801"/>
            <ac:cxnSpMk id="18" creationId="{33B5C49C-0D9A-5897-4F6C-F5F1B7D50752}"/>
          </ac:cxnSpMkLst>
        </pc:cxnChg>
      </pc:sldChg>
      <pc:sldChg chg="addSp delSp modSp add mod ord">
        <pc:chgData name="Aaron J Masino" userId="2136f450-c1a6-467a-901d-8891005589d6" providerId="ADAL" clId="{B602BF34-D576-E44F-8510-B43DFBC0E7FA}" dt="2025-07-17T20:53:57.308" v="6958" actId="207"/>
        <pc:sldMkLst>
          <pc:docMk/>
          <pc:sldMk cId="358227757" sldId="802"/>
        </pc:sldMkLst>
        <pc:spChg chg="mod">
          <ac:chgData name="Aaron J Masino" userId="2136f450-c1a6-467a-901d-8891005589d6" providerId="ADAL" clId="{B602BF34-D576-E44F-8510-B43DFBC0E7FA}" dt="2025-07-17T20:51:11.908" v="6930" actId="20577"/>
          <ac:spMkLst>
            <pc:docMk/>
            <pc:sldMk cId="358227757" sldId="802"/>
            <ac:spMk id="3" creationId="{11434A9C-E86F-ED25-9FE6-6EE3C4A40463}"/>
          </ac:spMkLst>
        </pc:spChg>
        <pc:spChg chg="topLvl">
          <ac:chgData name="Aaron J Masino" userId="2136f450-c1a6-467a-901d-8891005589d6" providerId="ADAL" clId="{B602BF34-D576-E44F-8510-B43DFBC0E7FA}" dt="2025-07-17T20:51:20.084" v="6931" actId="165"/>
          <ac:spMkLst>
            <pc:docMk/>
            <pc:sldMk cId="358227757" sldId="802"/>
            <ac:spMk id="5" creationId="{C39E5B93-C88A-31AB-5199-D2180CE2F2AD}"/>
          </ac:spMkLst>
        </pc:spChg>
        <pc:spChg chg="topLvl">
          <ac:chgData name="Aaron J Masino" userId="2136f450-c1a6-467a-901d-8891005589d6" providerId="ADAL" clId="{B602BF34-D576-E44F-8510-B43DFBC0E7FA}" dt="2025-07-17T20:51:20.084" v="6931" actId="165"/>
          <ac:spMkLst>
            <pc:docMk/>
            <pc:sldMk cId="358227757" sldId="802"/>
            <ac:spMk id="6" creationId="{805ADFE3-DDC7-4B80-C545-E545EAD75C9F}"/>
          </ac:spMkLst>
        </pc:spChg>
        <pc:spChg chg="topLvl">
          <ac:chgData name="Aaron J Masino" userId="2136f450-c1a6-467a-901d-8891005589d6" providerId="ADAL" clId="{B602BF34-D576-E44F-8510-B43DFBC0E7FA}" dt="2025-07-17T20:51:20.084" v="6931" actId="165"/>
          <ac:spMkLst>
            <pc:docMk/>
            <pc:sldMk cId="358227757" sldId="802"/>
            <ac:spMk id="7" creationId="{FF84A168-499A-A3BC-02E9-711ED05DB427}"/>
          </ac:spMkLst>
        </pc:spChg>
        <pc:spChg chg="topLvl">
          <ac:chgData name="Aaron J Masino" userId="2136f450-c1a6-467a-901d-8891005589d6" providerId="ADAL" clId="{B602BF34-D576-E44F-8510-B43DFBC0E7FA}" dt="2025-07-17T20:51:20.084" v="6931" actId="165"/>
          <ac:spMkLst>
            <pc:docMk/>
            <pc:sldMk cId="358227757" sldId="802"/>
            <ac:spMk id="8" creationId="{BA3497EC-845E-AA36-FF5D-53CEE3479A7F}"/>
          </ac:spMkLst>
        </pc:spChg>
        <pc:spChg chg="topLvl">
          <ac:chgData name="Aaron J Masino" userId="2136f450-c1a6-467a-901d-8891005589d6" providerId="ADAL" clId="{B602BF34-D576-E44F-8510-B43DFBC0E7FA}" dt="2025-07-17T20:51:20.084" v="6931" actId="165"/>
          <ac:spMkLst>
            <pc:docMk/>
            <pc:sldMk cId="358227757" sldId="802"/>
            <ac:spMk id="13" creationId="{8E888263-7F18-DC7F-D350-64010E176498}"/>
          </ac:spMkLst>
        </pc:spChg>
        <pc:spChg chg="topLvl">
          <ac:chgData name="Aaron J Masino" userId="2136f450-c1a6-467a-901d-8891005589d6" providerId="ADAL" clId="{B602BF34-D576-E44F-8510-B43DFBC0E7FA}" dt="2025-07-17T20:51:20.084" v="6931" actId="165"/>
          <ac:spMkLst>
            <pc:docMk/>
            <pc:sldMk cId="358227757" sldId="802"/>
            <ac:spMk id="14" creationId="{54EBF6DE-B0C8-FD04-1583-3595CBA96852}"/>
          </ac:spMkLst>
        </pc:spChg>
        <pc:spChg chg="topLvl">
          <ac:chgData name="Aaron J Masino" userId="2136f450-c1a6-467a-901d-8891005589d6" providerId="ADAL" clId="{B602BF34-D576-E44F-8510-B43DFBC0E7FA}" dt="2025-07-17T20:51:20.084" v="6931" actId="165"/>
          <ac:spMkLst>
            <pc:docMk/>
            <pc:sldMk cId="358227757" sldId="802"/>
            <ac:spMk id="15" creationId="{77C88E3D-D8B3-87BF-6D50-99B8246A6E37}"/>
          </ac:spMkLst>
        </pc:spChg>
        <pc:spChg chg="topLvl">
          <ac:chgData name="Aaron J Masino" userId="2136f450-c1a6-467a-901d-8891005589d6" providerId="ADAL" clId="{B602BF34-D576-E44F-8510-B43DFBC0E7FA}" dt="2025-07-17T20:51:20.084" v="6931" actId="165"/>
          <ac:spMkLst>
            <pc:docMk/>
            <pc:sldMk cId="358227757" sldId="802"/>
            <ac:spMk id="16" creationId="{2349D4F3-B5A1-BFFF-CA23-09C44719E5A9}"/>
          </ac:spMkLst>
        </pc:spChg>
        <pc:graphicFrameChg chg="modGraphic">
          <ac:chgData name="Aaron J Masino" userId="2136f450-c1a6-467a-901d-8891005589d6" providerId="ADAL" clId="{B602BF34-D576-E44F-8510-B43DFBC0E7FA}" dt="2025-07-17T20:53:57.308" v="6958" actId="207"/>
          <ac:graphicFrameMkLst>
            <pc:docMk/>
            <pc:sldMk cId="358227757" sldId="802"/>
            <ac:graphicFrameMk id="17" creationId="{59A9AA64-C2E9-A567-C6D3-644EFF69A51F}"/>
          </ac:graphicFrameMkLst>
        </pc:graphicFrameChg>
        <pc:cxnChg chg="mod">
          <ac:chgData name="Aaron J Masino" userId="2136f450-c1a6-467a-901d-8891005589d6" providerId="ADAL" clId="{B602BF34-D576-E44F-8510-B43DFBC0E7FA}" dt="2025-07-17T20:52:26.404" v="6943" actId="1582"/>
          <ac:cxnSpMkLst>
            <pc:docMk/>
            <pc:sldMk cId="358227757" sldId="802"/>
            <ac:cxnSpMk id="10" creationId="{CEB00A83-92CE-811F-64E7-BF4BBDB6A180}"/>
          </ac:cxnSpMkLst>
        </pc:cxnChg>
        <pc:cxnChg chg="topLvl">
          <ac:chgData name="Aaron J Masino" userId="2136f450-c1a6-467a-901d-8891005589d6" providerId="ADAL" clId="{B602BF34-D576-E44F-8510-B43DFBC0E7FA}" dt="2025-07-17T20:51:20.084" v="6931" actId="165"/>
          <ac:cxnSpMkLst>
            <pc:docMk/>
            <pc:sldMk cId="358227757" sldId="802"/>
            <ac:cxnSpMk id="12" creationId="{4D1355A9-A22E-42C0-1AA5-3CFBD023E09E}"/>
          </ac:cxnSpMkLst>
        </pc:cxnChg>
        <pc:cxnChg chg="add mod">
          <ac:chgData name="Aaron J Masino" userId="2136f450-c1a6-467a-901d-8891005589d6" providerId="ADAL" clId="{B602BF34-D576-E44F-8510-B43DFBC0E7FA}" dt="2025-07-17T20:52:26.404" v="6943" actId="1582"/>
          <ac:cxnSpMkLst>
            <pc:docMk/>
            <pc:sldMk cId="358227757" sldId="802"/>
            <ac:cxnSpMk id="18" creationId="{E5810B2F-478A-B943-426B-78BB3BCA7596}"/>
          </ac:cxnSpMkLst>
        </pc:cxnChg>
      </pc:sldChg>
      <pc:sldChg chg="addSp delSp modSp add mod modAnim">
        <pc:chgData name="Aaron J Masino" userId="2136f450-c1a6-467a-901d-8891005589d6" providerId="ADAL" clId="{B602BF34-D576-E44F-8510-B43DFBC0E7FA}" dt="2025-07-17T20:57:56.307" v="7143" actId="20577"/>
        <pc:sldMkLst>
          <pc:docMk/>
          <pc:sldMk cId="32822247" sldId="803"/>
        </pc:sldMkLst>
        <pc:spChg chg="mod">
          <ac:chgData name="Aaron J Masino" userId="2136f450-c1a6-467a-901d-8891005589d6" providerId="ADAL" clId="{B602BF34-D576-E44F-8510-B43DFBC0E7FA}" dt="2025-07-17T20:55:52.910" v="7106" actId="20577"/>
          <ac:spMkLst>
            <pc:docMk/>
            <pc:sldMk cId="32822247" sldId="803"/>
            <ac:spMk id="3" creationId="{EB721B83-306F-CC7E-5DB3-BFE293E4E0E2}"/>
          </ac:spMkLst>
        </pc:spChg>
        <pc:spChg chg="mod">
          <ac:chgData name="Aaron J Masino" userId="2136f450-c1a6-467a-901d-8891005589d6" providerId="ADAL" clId="{B602BF34-D576-E44F-8510-B43DFBC0E7FA}" dt="2025-07-17T20:56:20.322" v="7111"/>
          <ac:spMkLst>
            <pc:docMk/>
            <pc:sldMk cId="32822247" sldId="803"/>
            <ac:spMk id="34" creationId="{13801823-76E6-4292-33CA-B98ED88DD821}"/>
          </ac:spMkLst>
        </pc:spChg>
        <pc:spChg chg="mod">
          <ac:chgData name="Aaron J Masino" userId="2136f450-c1a6-467a-901d-8891005589d6" providerId="ADAL" clId="{B602BF34-D576-E44F-8510-B43DFBC0E7FA}" dt="2025-07-17T20:56:20.322" v="7111"/>
          <ac:spMkLst>
            <pc:docMk/>
            <pc:sldMk cId="32822247" sldId="803"/>
            <ac:spMk id="35" creationId="{37656F8E-1826-AF9A-FA30-EA5E236DA041}"/>
          </ac:spMkLst>
        </pc:spChg>
        <pc:spChg chg="mod">
          <ac:chgData name="Aaron J Masino" userId="2136f450-c1a6-467a-901d-8891005589d6" providerId="ADAL" clId="{B602BF34-D576-E44F-8510-B43DFBC0E7FA}" dt="2025-07-17T20:56:20.322" v="7111"/>
          <ac:spMkLst>
            <pc:docMk/>
            <pc:sldMk cId="32822247" sldId="803"/>
            <ac:spMk id="36" creationId="{7379500D-38C0-B78E-F224-46B2B8659A2A}"/>
          </ac:spMkLst>
        </pc:spChg>
        <pc:spChg chg="mod">
          <ac:chgData name="Aaron J Masino" userId="2136f450-c1a6-467a-901d-8891005589d6" providerId="ADAL" clId="{B602BF34-D576-E44F-8510-B43DFBC0E7FA}" dt="2025-07-17T20:56:20.322" v="7111"/>
          <ac:spMkLst>
            <pc:docMk/>
            <pc:sldMk cId="32822247" sldId="803"/>
            <ac:spMk id="37" creationId="{39DA8A81-18FB-0F1D-3899-23534D5F7D15}"/>
          </ac:spMkLst>
        </pc:spChg>
        <pc:spChg chg="mod">
          <ac:chgData name="Aaron J Masino" userId="2136f450-c1a6-467a-901d-8891005589d6" providerId="ADAL" clId="{B602BF34-D576-E44F-8510-B43DFBC0E7FA}" dt="2025-07-17T20:56:20.322" v="7111"/>
          <ac:spMkLst>
            <pc:docMk/>
            <pc:sldMk cId="32822247" sldId="803"/>
            <ac:spMk id="42" creationId="{A663F5A8-5917-22A8-3F61-48BD6DDA3DE8}"/>
          </ac:spMkLst>
        </pc:spChg>
        <pc:spChg chg="mod">
          <ac:chgData name="Aaron J Masino" userId="2136f450-c1a6-467a-901d-8891005589d6" providerId="ADAL" clId="{B602BF34-D576-E44F-8510-B43DFBC0E7FA}" dt="2025-07-17T20:56:20.322" v="7111"/>
          <ac:spMkLst>
            <pc:docMk/>
            <pc:sldMk cId="32822247" sldId="803"/>
            <ac:spMk id="43" creationId="{AE485538-3F27-7DE8-CDAC-D1FFAF672897}"/>
          </ac:spMkLst>
        </pc:spChg>
        <pc:spChg chg="mod">
          <ac:chgData name="Aaron J Masino" userId="2136f450-c1a6-467a-901d-8891005589d6" providerId="ADAL" clId="{B602BF34-D576-E44F-8510-B43DFBC0E7FA}" dt="2025-07-17T20:56:20.322" v="7111"/>
          <ac:spMkLst>
            <pc:docMk/>
            <pc:sldMk cId="32822247" sldId="803"/>
            <ac:spMk id="44" creationId="{797E919B-9DF8-9270-C8AE-C389A8569CA4}"/>
          </ac:spMkLst>
        </pc:spChg>
        <pc:spChg chg="mod">
          <ac:chgData name="Aaron J Masino" userId="2136f450-c1a6-467a-901d-8891005589d6" providerId="ADAL" clId="{B602BF34-D576-E44F-8510-B43DFBC0E7FA}" dt="2025-07-17T20:56:20.322" v="7111"/>
          <ac:spMkLst>
            <pc:docMk/>
            <pc:sldMk cId="32822247" sldId="803"/>
            <ac:spMk id="45" creationId="{5B59F552-C7B8-BACB-D426-528F09728F60}"/>
          </ac:spMkLst>
        </pc:spChg>
        <pc:grpChg chg="add mod">
          <ac:chgData name="Aaron J Masino" userId="2136f450-c1a6-467a-901d-8891005589d6" providerId="ADAL" clId="{B602BF34-D576-E44F-8510-B43DFBC0E7FA}" dt="2025-07-17T20:56:24.756" v="7112" actId="1076"/>
          <ac:grpSpMkLst>
            <pc:docMk/>
            <pc:sldMk cId="32822247" sldId="803"/>
            <ac:grpSpMk id="33" creationId="{26B08877-8751-66E8-CCC7-62CA4A6BB969}"/>
          </ac:grpSpMkLst>
        </pc:grpChg>
        <pc:graphicFrameChg chg="modGraphic">
          <ac:chgData name="Aaron J Masino" userId="2136f450-c1a6-467a-901d-8891005589d6" providerId="ADAL" clId="{B602BF34-D576-E44F-8510-B43DFBC0E7FA}" dt="2025-07-17T20:57:56.307" v="7143" actId="20577"/>
          <ac:graphicFrameMkLst>
            <pc:docMk/>
            <pc:sldMk cId="32822247" sldId="803"/>
            <ac:graphicFrameMk id="17" creationId="{FE477212-94E7-CE21-CAF1-7C34DBBE82BC}"/>
          </ac:graphicFrameMkLst>
        </pc:graphicFrameChg>
        <pc:cxnChg chg="mod">
          <ac:chgData name="Aaron J Masino" userId="2136f450-c1a6-467a-901d-8891005589d6" providerId="ADAL" clId="{B602BF34-D576-E44F-8510-B43DFBC0E7FA}" dt="2025-07-17T20:56:20.322" v="7111"/>
          <ac:cxnSpMkLst>
            <pc:docMk/>
            <pc:sldMk cId="32822247" sldId="803"/>
            <ac:cxnSpMk id="46" creationId="{A174EB79-3E88-1E38-924F-BEA938B01323}"/>
          </ac:cxnSpMkLst>
        </pc:cxnChg>
      </pc:sldChg>
      <pc:sldChg chg="addSp modSp new mod modAnim">
        <pc:chgData name="Aaron J Masino" userId="2136f450-c1a6-467a-901d-8891005589d6" providerId="ADAL" clId="{B602BF34-D576-E44F-8510-B43DFBC0E7FA}" dt="2025-07-18T14:07:57.472" v="10131" actId="962"/>
        <pc:sldMkLst>
          <pc:docMk/>
          <pc:sldMk cId="909410668" sldId="804"/>
        </pc:sldMkLst>
        <pc:spChg chg="mod">
          <ac:chgData name="Aaron J Masino" userId="2136f450-c1a6-467a-901d-8891005589d6" providerId="ADAL" clId="{B602BF34-D576-E44F-8510-B43DFBC0E7FA}" dt="2025-07-17T21:05:10.250" v="7417" actId="20577"/>
          <ac:spMkLst>
            <pc:docMk/>
            <pc:sldMk cId="909410668" sldId="804"/>
            <ac:spMk id="2" creationId="{AAA53F91-BAB2-8614-12D0-DA56CD098D96}"/>
          </ac:spMkLst>
        </pc:spChg>
        <pc:spChg chg="mod">
          <ac:chgData name="Aaron J Masino" userId="2136f450-c1a6-467a-901d-8891005589d6" providerId="ADAL" clId="{B602BF34-D576-E44F-8510-B43DFBC0E7FA}" dt="2025-07-17T21:12:42.785" v="7492" actId="20577"/>
          <ac:spMkLst>
            <pc:docMk/>
            <pc:sldMk cId="909410668" sldId="804"/>
            <ac:spMk id="3" creationId="{34C1A21F-6756-85D3-9A7E-B99A35518A56}"/>
          </ac:spMkLst>
        </pc:spChg>
        <pc:spChg chg="mod">
          <ac:chgData name="Aaron J Masino" userId="2136f450-c1a6-467a-901d-8891005589d6" providerId="ADAL" clId="{B602BF34-D576-E44F-8510-B43DFBC0E7FA}" dt="2025-07-17T21:05:31.271" v="7418"/>
          <ac:spMkLst>
            <pc:docMk/>
            <pc:sldMk cId="909410668" sldId="804"/>
            <ac:spMk id="5" creationId="{A5878EBB-9EDE-F5A8-70DB-89EAF8C8A719}"/>
          </ac:spMkLst>
        </pc:spChg>
        <pc:spChg chg="mod">
          <ac:chgData name="Aaron J Masino" userId="2136f450-c1a6-467a-901d-8891005589d6" providerId="ADAL" clId="{B602BF34-D576-E44F-8510-B43DFBC0E7FA}" dt="2025-07-17T21:05:31.271" v="7418"/>
          <ac:spMkLst>
            <pc:docMk/>
            <pc:sldMk cId="909410668" sldId="804"/>
            <ac:spMk id="6" creationId="{83D6193D-F313-703B-5FDC-64118AB0BFF4}"/>
          </ac:spMkLst>
        </pc:spChg>
        <pc:spChg chg="mod">
          <ac:chgData name="Aaron J Masino" userId="2136f450-c1a6-467a-901d-8891005589d6" providerId="ADAL" clId="{B602BF34-D576-E44F-8510-B43DFBC0E7FA}" dt="2025-07-17T21:05:31.271" v="7418"/>
          <ac:spMkLst>
            <pc:docMk/>
            <pc:sldMk cId="909410668" sldId="804"/>
            <ac:spMk id="7" creationId="{A865B4D9-0B74-BD24-5462-3BF2EAF91F01}"/>
          </ac:spMkLst>
        </pc:spChg>
        <pc:spChg chg="mod">
          <ac:chgData name="Aaron J Masino" userId="2136f450-c1a6-467a-901d-8891005589d6" providerId="ADAL" clId="{B602BF34-D576-E44F-8510-B43DFBC0E7FA}" dt="2025-07-17T21:05:31.271" v="7418"/>
          <ac:spMkLst>
            <pc:docMk/>
            <pc:sldMk cId="909410668" sldId="804"/>
            <ac:spMk id="8" creationId="{6B37B3E3-6ADF-FD9F-28DC-91771692C3F0}"/>
          </ac:spMkLst>
        </pc:spChg>
        <pc:spChg chg="mod">
          <ac:chgData name="Aaron J Masino" userId="2136f450-c1a6-467a-901d-8891005589d6" providerId="ADAL" clId="{B602BF34-D576-E44F-8510-B43DFBC0E7FA}" dt="2025-07-17T21:09:40.812" v="7419" actId="20577"/>
          <ac:spMkLst>
            <pc:docMk/>
            <pc:sldMk cId="909410668" sldId="804"/>
            <ac:spMk id="13" creationId="{F775D47D-DEC0-7CDD-63BE-A683D65D5045}"/>
          </ac:spMkLst>
        </pc:spChg>
        <pc:spChg chg="mod">
          <ac:chgData name="Aaron J Masino" userId="2136f450-c1a6-467a-901d-8891005589d6" providerId="ADAL" clId="{B602BF34-D576-E44F-8510-B43DFBC0E7FA}" dt="2025-07-17T21:09:44.233" v="7420" actId="20577"/>
          <ac:spMkLst>
            <pc:docMk/>
            <pc:sldMk cId="909410668" sldId="804"/>
            <ac:spMk id="14" creationId="{97487334-B297-1E53-BAA0-680CE6162347}"/>
          </ac:spMkLst>
        </pc:spChg>
        <pc:spChg chg="mod">
          <ac:chgData name="Aaron J Masino" userId="2136f450-c1a6-467a-901d-8891005589d6" providerId="ADAL" clId="{B602BF34-D576-E44F-8510-B43DFBC0E7FA}" dt="2025-07-17T21:09:46.898" v="7421" actId="20577"/>
          <ac:spMkLst>
            <pc:docMk/>
            <pc:sldMk cId="909410668" sldId="804"/>
            <ac:spMk id="15" creationId="{288BF8D9-064B-D10A-16BA-4F6EB6E4A677}"/>
          </ac:spMkLst>
        </pc:spChg>
        <pc:spChg chg="mod">
          <ac:chgData name="Aaron J Masino" userId="2136f450-c1a6-467a-901d-8891005589d6" providerId="ADAL" clId="{B602BF34-D576-E44F-8510-B43DFBC0E7FA}" dt="2025-07-17T21:09:49.439" v="7422" actId="20577"/>
          <ac:spMkLst>
            <pc:docMk/>
            <pc:sldMk cId="909410668" sldId="804"/>
            <ac:spMk id="16" creationId="{3248FDB1-7766-B72E-3A51-1ECBAAB35937}"/>
          </ac:spMkLst>
        </pc:spChg>
        <pc:spChg chg="add mod">
          <ac:chgData name="Aaron J Masino" userId="2136f450-c1a6-467a-901d-8891005589d6" providerId="ADAL" clId="{B602BF34-D576-E44F-8510-B43DFBC0E7FA}" dt="2025-07-17T21:16:35.151" v="7558" actId="20577"/>
          <ac:spMkLst>
            <pc:docMk/>
            <pc:sldMk cId="909410668" sldId="804"/>
            <ac:spMk id="19" creationId="{EE11BEA3-708C-9C7B-FBA2-EBB8E3E9ECEA}"/>
          </ac:spMkLst>
        </pc:spChg>
        <pc:spChg chg="add mod">
          <ac:chgData name="Aaron J Masino" userId="2136f450-c1a6-467a-901d-8891005589d6" providerId="ADAL" clId="{B602BF34-D576-E44F-8510-B43DFBC0E7FA}" dt="2025-07-18T12:13:54.418" v="7763" actId="14100"/>
          <ac:spMkLst>
            <pc:docMk/>
            <pc:sldMk cId="909410668" sldId="804"/>
            <ac:spMk id="21" creationId="{253A92C6-A239-77A6-FD8D-4C022A286CAC}"/>
          </ac:spMkLst>
        </pc:spChg>
        <pc:grpChg chg="add mod">
          <ac:chgData name="Aaron J Masino" userId="2136f450-c1a6-467a-901d-8891005589d6" providerId="ADAL" clId="{B602BF34-D576-E44F-8510-B43DFBC0E7FA}" dt="2025-07-17T21:05:31.271" v="7418"/>
          <ac:grpSpMkLst>
            <pc:docMk/>
            <pc:sldMk cId="909410668" sldId="804"/>
            <ac:grpSpMk id="4" creationId="{2D55B5B8-3813-AA9C-28CB-824559AA6F9D}"/>
          </ac:grpSpMkLst>
        </pc:grpChg>
        <pc:graphicFrameChg chg="add mod modGraphic">
          <ac:chgData name="Aaron J Masino" userId="2136f450-c1a6-467a-901d-8891005589d6" providerId="ADAL" clId="{B602BF34-D576-E44F-8510-B43DFBC0E7FA}" dt="2025-07-17T21:14:05.644" v="7550" actId="1076"/>
          <ac:graphicFrameMkLst>
            <pc:docMk/>
            <pc:sldMk cId="909410668" sldId="804"/>
            <ac:graphicFrameMk id="17" creationId="{E40BC47B-9FA2-3D33-5FFF-38CF4AEA9570}"/>
          </ac:graphicFrameMkLst>
        </pc:graphicFrameChg>
        <pc:picChg chg="add mod">
          <ac:chgData name="Aaron J Masino" userId="2136f450-c1a6-467a-901d-8891005589d6" providerId="ADAL" clId="{B602BF34-D576-E44F-8510-B43DFBC0E7FA}" dt="2025-07-18T14:07:32.301" v="9939" actId="962"/>
          <ac:picMkLst>
            <pc:docMk/>
            <pc:sldMk cId="909410668" sldId="804"/>
            <ac:picMk id="18" creationId="{F039B5D0-21AA-4AFF-2FB7-FFA05A9DF070}"/>
          </ac:picMkLst>
        </pc:picChg>
        <pc:picChg chg="add mod">
          <ac:chgData name="Aaron J Masino" userId="2136f450-c1a6-467a-901d-8891005589d6" providerId="ADAL" clId="{B602BF34-D576-E44F-8510-B43DFBC0E7FA}" dt="2025-07-18T14:07:57.472" v="10131" actId="962"/>
          <ac:picMkLst>
            <pc:docMk/>
            <pc:sldMk cId="909410668" sldId="804"/>
            <ac:picMk id="20" creationId="{3C371DCD-8FC0-EA02-357A-50340DE5B91A}"/>
          </ac:picMkLst>
        </pc:picChg>
      </pc:sldChg>
      <pc:sldChg chg="modSp add mod">
        <pc:chgData name="Aaron J Masino" userId="2136f450-c1a6-467a-901d-8891005589d6" providerId="ADAL" clId="{B602BF34-D576-E44F-8510-B43DFBC0E7FA}" dt="2025-07-18T12:20:51.717" v="7950" actId="20577"/>
        <pc:sldMkLst>
          <pc:docMk/>
          <pc:sldMk cId="143859985" sldId="805"/>
        </pc:sldMkLst>
        <pc:spChg chg="mod">
          <ac:chgData name="Aaron J Masino" userId="2136f450-c1a6-467a-901d-8891005589d6" providerId="ADAL" clId="{B602BF34-D576-E44F-8510-B43DFBC0E7FA}" dt="2025-07-18T12:20:51.717" v="7950" actId="20577"/>
          <ac:spMkLst>
            <pc:docMk/>
            <pc:sldMk cId="143859985" sldId="805"/>
            <ac:spMk id="2" creationId="{067DBD3A-E916-EE33-A87A-D24F960F33CD}"/>
          </ac:spMkLst>
        </pc:spChg>
      </pc:sldChg>
      <pc:sldChg chg="addSp delSp modSp new mod delAnim modAnim">
        <pc:chgData name="Aaron J Masino" userId="2136f450-c1a6-467a-901d-8891005589d6" providerId="ADAL" clId="{B602BF34-D576-E44F-8510-B43DFBC0E7FA}" dt="2025-07-19T13:29:20.232" v="13850" actId="478"/>
        <pc:sldMkLst>
          <pc:docMk/>
          <pc:sldMk cId="3636401963" sldId="806"/>
        </pc:sldMkLst>
        <pc:spChg chg="mod">
          <ac:chgData name="Aaron J Masino" userId="2136f450-c1a6-467a-901d-8891005589d6" providerId="ADAL" clId="{B602BF34-D576-E44F-8510-B43DFBC0E7FA}" dt="2025-07-19T13:21:09.389" v="13586" actId="20577"/>
          <ac:spMkLst>
            <pc:docMk/>
            <pc:sldMk cId="3636401963" sldId="806"/>
            <ac:spMk id="2" creationId="{158CDFE9-A484-D6CE-D0E8-407CEAF3A684}"/>
          </ac:spMkLst>
        </pc:spChg>
        <pc:spChg chg="mod">
          <ac:chgData name="Aaron J Masino" userId="2136f450-c1a6-467a-901d-8891005589d6" providerId="ADAL" clId="{B602BF34-D576-E44F-8510-B43DFBC0E7FA}" dt="2025-07-19T13:29:16.545" v="13849" actId="20577"/>
          <ac:spMkLst>
            <pc:docMk/>
            <pc:sldMk cId="3636401963" sldId="806"/>
            <ac:spMk id="3" creationId="{9AF558A4-CDA9-CD48-7391-BE4BC6663302}"/>
          </ac:spMkLst>
        </pc:spChg>
        <pc:spChg chg="add mod">
          <ac:chgData name="Aaron J Masino" userId="2136f450-c1a6-467a-901d-8891005589d6" providerId="ADAL" clId="{B602BF34-D576-E44F-8510-B43DFBC0E7FA}" dt="2025-07-19T13:14:53.278" v="13413" actId="1076"/>
          <ac:spMkLst>
            <pc:docMk/>
            <pc:sldMk cId="3636401963" sldId="806"/>
            <ac:spMk id="12" creationId="{187F9F90-101E-7480-FE8A-464FBF153C9B}"/>
          </ac:spMkLst>
        </pc:spChg>
        <pc:spChg chg="add mod">
          <ac:chgData name="Aaron J Masino" userId="2136f450-c1a6-467a-901d-8891005589d6" providerId="ADAL" clId="{B602BF34-D576-E44F-8510-B43DFBC0E7FA}" dt="2025-07-19T13:18:49.922" v="13535" actId="207"/>
          <ac:spMkLst>
            <pc:docMk/>
            <pc:sldMk cId="3636401963" sldId="806"/>
            <ac:spMk id="13" creationId="{6F6B8665-9C02-70AA-3DAD-E74F858EF7E3}"/>
          </ac:spMkLst>
        </pc:spChg>
        <pc:grpChg chg="add mod">
          <ac:chgData name="Aaron J Masino" userId="2136f450-c1a6-467a-901d-8891005589d6" providerId="ADAL" clId="{B602BF34-D576-E44F-8510-B43DFBC0E7FA}" dt="2025-07-19T13:15:58.052" v="13505" actId="1076"/>
          <ac:grpSpMkLst>
            <pc:docMk/>
            <pc:sldMk cId="3636401963" sldId="806"/>
            <ac:grpSpMk id="14" creationId="{A7B9ED03-1A33-A85E-F10B-C37B464A43CF}"/>
          </ac:grpSpMkLst>
        </pc:grpChg>
        <pc:picChg chg="add mod modCrop">
          <ac:chgData name="Aaron J Masino" userId="2136f450-c1a6-467a-901d-8891005589d6" providerId="ADAL" clId="{B602BF34-D576-E44F-8510-B43DFBC0E7FA}" dt="2025-07-19T13:14:48.344" v="13412" actId="1076"/>
          <ac:picMkLst>
            <pc:docMk/>
            <pc:sldMk cId="3636401963" sldId="806"/>
            <ac:picMk id="9" creationId="{C27FF479-21B6-9249-6AA4-7772420EB81B}"/>
          </ac:picMkLst>
        </pc:picChg>
        <pc:picChg chg="add mod modCrop">
          <ac:chgData name="Aaron J Masino" userId="2136f450-c1a6-467a-901d-8891005589d6" providerId="ADAL" clId="{B602BF34-D576-E44F-8510-B43DFBC0E7FA}" dt="2025-07-19T13:14:48.344" v="13412" actId="1076"/>
          <ac:picMkLst>
            <pc:docMk/>
            <pc:sldMk cId="3636401963" sldId="806"/>
            <ac:picMk id="11" creationId="{52A9C1FA-0E1F-5F08-6D42-7320F801D0EE}"/>
          </ac:picMkLst>
        </pc:picChg>
      </pc:sldChg>
      <pc:sldChg chg="addSp delSp modSp new mod delAnim modAnim chgLayout">
        <pc:chgData name="Aaron J Masino" userId="2136f450-c1a6-467a-901d-8891005589d6" providerId="ADAL" clId="{B602BF34-D576-E44F-8510-B43DFBC0E7FA}" dt="2025-07-19T13:48:59.611" v="13906" actId="20577"/>
        <pc:sldMkLst>
          <pc:docMk/>
          <pc:sldMk cId="3195125376" sldId="807"/>
        </pc:sldMkLst>
        <pc:spChg chg="mod ord">
          <ac:chgData name="Aaron J Masino" userId="2136f450-c1a6-467a-901d-8891005589d6" providerId="ADAL" clId="{B602BF34-D576-E44F-8510-B43DFBC0E7FA}" dt="2025-07-19T13:48:59.611" v="13906" actId="20577"/>
          <ac:spMkLst>
            <pc:docMk/>
            <pc:sldMk cId="3195125376" sldId="807"/>
            <ac:spMk id="2" creationId="{4F813337-E6F2-7730-28D7-A4796FCB3D53}"/>
          </ac:spMkLst>
        </pc:spChg>
        <pc:spChg chg="mod ord">
          <ac:chgData name="Aaron J Masino" userId="2136f450-c1a6-467a-901d-8891005589d6" providerId="ADAL" clId="{B602BF34-D576-E44F-8510-B43DFBC0E7FA}" dt="2025-07-19T13:45:19.763" v="13893" actId="948"/>
          <ac:spMkLst>
            <pc:docMk/>
            <pc:sldMk cId="3195125376" sldId="807"/>
            <ac:spMk id="3" creationId="{652B5FA2-C0D4-5CEC-FEEA-4E3D0E2AF995}"/>
          </ac:spMkLst>
        </pc:spChg>
        <pc:spChg chg="add mod">
          <ac:chgData name="Aaron J Masino" userId="2136f450-c1a6-467a-901d-8891005589d6" providerId="ADAL" clId="{B602BF34-D576-E44F-8510-B43DFBC0E7FA}" dt="2025-07-18T17:06:19.480" v="10342" actId="1076"/>
          <ac:spMkLst>
            <pc:docMk/>
            <pc:sldMk cId="3195125376" sldId="807"/>
            <ac:spMk id="5" creationId="{AB713900-351B-991A-EA11-4825930142E6}"/>
          </ac:spMkLst>
        </pc:spChg>
        <pc:picChg chg="add mod">
          <ac:chgData name="Aaron J Masino" userId="2136f450-c1a6-467a-901d-8891005589d6" providerId="ADAL" clId="{B602BF34-D576-E44F-8510-B43DFBC0E7FA}" dt="2025-07-18T17:06:19.480" v="10342" actId="1076"/>
          <ac:picMkLst>
            <pc:docMk/>
            <pc:sldMk cId="3195125376" sldId="807"/>
            <ac:picMk id="4" creationId="{F1035567-C9C3-31CA-EC0A-332C95D235CF}"/>
          </ac:picMkLst>
        </pc:picChg>
      </pc:sldChg>
      <pc:sldChg chg="addSp modSp new mod modAnim">
        <pc:chgData name="Aaron J Masino" userId="2136f450-c1a6-467a-901d-8891005589d6" providerId="ADAL" clId="{B602BF34-D576-E44F-8510-B43DFBC0E7FA}" dt="2025-07-18T19:17:40.656" v="13218" actId="113"/>
        <pc:sldMkLst>
          <pc:docMk/>
          <pc:sldMk cId="4209422186" sldId="808"/>
        </pc:sldMkLst>
        <pc:spChg chg="mod">
          <ac:chgData name="Aaron J Masino" userId="2136f450-c1a6-467a-901d-8891005589d6" providerId="ADAL" clId="{B602BF34-D576-E44F-8510-B43DFBC0E7FA}" dt="2025-07-18T19:02:01.624" v="12274" actId="20577"/>
          <ac:spMkLst>
            <pc:docMk/>
            <pc:sldMk cId="4209422186" sldId="808"/>
            <ac:spMk id="2" creationId="{60C6DA0D-B513-714A-5442-D23803D476B5}"/>
          </ac:spMkLst>
        </pc:spChg>
        <pc:spChg chg="mod">
          <ac:chgData name="Aaron J Masino" userId="2136f450-c1a6-467a-901d-8891005589d6" providerId="ADAL" clId="{B602BF34-D576-E44F-8510-B43DFBC0E7FA}" dt="2025-07-18T19:17:40.656" v="13218" actId="113"/>
          <ac:spMkLst>
            <pc:docMk/>
            <pc:sldMk cId="4209422186" sldId="808"/>
            <ac:spMk id="3" creationId="{19A70271-0A5F-9423-96DA-26F8EB14F1A6}"/>
          </ac:spMkLst>
        </pc:spChg>
        <pc:spChg chg="add mod">
          <ac:chgData name="Aaron J Masino" userId="2136f450-c1a6-467a-901d-8891005589d6" providerId="ADAL" clId="{B602BF34-D576-E44F-8510-B43DFBC0E7FA}" dt="2025-07-18T18:17:17.703" v="12095" actId="1076"/>
          <ac:spMkLst>
            <pc:docMk/>
            <pc:sldMk cId="4209422186" sldId="808"/>
            <ac:spMk id="5" creationId="{E06047BD-C64B-7FF2-FC0D-19B678FAF733}"/>
          </ac:spMkLst>
        </pc:spChg>
        <pc:grpChg chg="add">
          <ac:chgData name="Aaron J Masino" userId="2136f450-c1a6-467a-901d-8891005589d6" providerId="ADAL" clId="{B602BF34-D576-E44F-8510-B43DFBC0E7FA}" dt="2025-07-18T18:21:15.243" v="12228" actId="164"/>
          <ac:grpSpMkLst>
            <pc:docMk/>
            <pc:sldMk cId="4209422186" sldId="808"/>
            <ac:grpSpMk id="6" creationId="{41C57D84-D94C-9195-B3FE-EF4B9CC43750}"/>
          </ac:grpSpMkLst>
        </pc:grpChg>
        <pc:picChg chg="add mod">
          <ac:chgData name="Aaron J Masino" userId="2136f450-c1a6-467a-901d-8891005589d6" providerId="ADAL" clId="{B602BF34-D576-E44F-8510-B43DFBC0E7FA}" dt="2025-07-18T18:19:58.966" v="12203" actId="962"/>
          <ac:picMkLst>
            <pc:docMk/>
            <pc:sldMk cId="4209422186" sldId="808"/>
            <ac:picMk id="4" creationId="{C8AD22B5-C473-ED63-7BEE-C85404F3952D}"/>
          </ac:picMkLst>
        </pc:picChg>
      </pc:sldChg>
      <pc:sldChg chg="addSp modSp new mod">
        <pc:chgData name="Aaron J Masino" userId="2136f450-c1a6-467a-901d-8891005589d6" providerId="ADAL" clId="{B602BF34-D576-E44F-8510-B43DFBC0E7FA}" dt="2025-07-18T19:15:38.824" v="13217" actId="20577"/>
        <pc:sldMkLst>
          <pc:docMk/>
          <pc:sldMk cId="2594630219" sldId="809"/>
        </pc:sldMkLst>
        <pc:spChg chg="mod">
          <ac:chgData name="Aaron J Masino" userId="2136f450-c1a6-467a-901d-8891005589d6" providerId="ADAL" clId="{B602BF34-D576-E44F-8510-B43DFBC0E7FA}" dt="2025-07-18T19:02:12.214" v="12278" actId="20577"/>
          <ac:spMkLst>
            <pc:docMk/>
            <pc:sldMk cId="2594630219" sldId="809"/>
            <ac:spMk id="2" creationId="{8EB2BC11-6047-AF24-0447-EE7ED6323D50}"/>
          </ac:spMkLst>
        </pc:spChg>
        <pc:spChg chg="mod">
          <ac:chgData name="Aaron J Masino" userId="2136f450-c1a6-467a-901d-8891005589d6" providerId="ADAL" clId="{B602BF34-D576-E44F-8510-B43DFBC0E7FA}" dt="2025-07-18T19:11:19.681" v="12940" actId="20577"/>
          <ac:spMkLst>
            <pc:docMk/>
            <pc:sldMk cId="2594630219" sldId="809"/>
            <ac:spMk id="3" creationId="{3D412709-9435-25CE-B483-2D997DE9614E}"/>
          </ac:spMkLst>
        </pc:spChg>
        <pc:spChg chg="add mod">
          <ac:chgData name="Aaron J Masino" userId="2136f450-c1a6-467a-901d-8891005589d6" providerId="ADAL" clId="{B602BF34-D576-E44F-8510-B43DFBC0E7FA}" dt="2025-07-18T19:15:38.824" v="13217" actId="20577"/>
          <ac:spMkLst>
            <pc:docMk/>
            <pc:sldMk cId="2594630219" sldId="809"/>
            <ac:spMk id="4" creationId="{B920F43B-DDD9-DECD-0935-728C61BA1E25}"/>
          </ac:spMkLst>
        </pc:spChg>
        <pc:spChg chg="add mod">
          <ac:chgData name="Aaron J Masino" userId="2136f450-c1a6-467a-901d-8891005589d6" providerId="ADAL" clId="{B602BF34-D576-E44F-8510-B43DFBC0E7FA}" dt="2025-07-18T19:15:03.340" v="13211" actId="1076"/>
          <ac:spMkLst>
            <pc:docMk/>
            <pc:sldMk cId="2594630219" sldId="809"/>
            <ac:spMk id="5" creationId="{EA7E1CCA-5895-24BF-8AF9-29AF8DE1FC8F}"/>
          </ac:spMkLst>
        </pc:spChg>
      </pc:sldChg>
      <pc:sldChg chg="addSp delSp modSp new mod modAnim">
        <pc:chgData name="Aaron J Masino" userId="2136f450-c1a6-467a-901d-8891005589d6" providerId="ADAL" clId="{B602BF34-D576-E44F-8510-B43DFBC0E7FA}" dt="2025-07-19T16:18:54.589" v="16160" actId="1076"/>
        <pc:sldMkLst>
          <pc:docMk/>
          <pc:sldMk cId="3517894031" sldId="810"/>
        </pc:sldMkLst>
        <pc:spChg chg="mod">
          <ac:chgData name="Aaron J Masino" userId="2136f450-c1a6-467a-901d-8891005589d6" providerId="ADAL" clId="{B602BF34-D576-E44F-8510-B43DFBC0E7FA}" dt="2025-07-19T15:48:49.230" v="15632" actId="20577"/>
          <ac:spMkLst>
            <pc:docMk/>
            <pc:sldMk cId="3517894031" sldId="810"/>
            <ac:spMk id="2" creationId="{9B695156-2524-700B-5803-3F8B2D95DEA1}"/>
          </ac:spMkLst>
        </pc:spChg>
        <pc:spChg chg="mod">
          <ac:chgData name="Aaron J Masino" userId="2136f450-c1a6-467a-901d-8891005589d6" providerId="ADAL" clId="{B602BF34-D576-E44F-8510-B43DFBC0E7FA}" dt="2025-07-19T15:50:22.705" v="15795" actId="20577"/>
          <ac:spMkLst>
            <pc:docMk/>
            <pc:sldMk cId="3517894031" sldId="810"/>
            <ac:spMk id="3" creationId="{0EA16C84-0F7D-B844-174E-2AFB6F669A97}"/>
          </ac:spMkLst>
        </pc:spChg>
        <pc:spChg chg="add mod">
          <ac:chgData name="Aaron J Masino" userId="2136f450-c1a6-467a-901d-8891005589d6" providerId="ADAL" clId="{B602BF34-D576-E44F-8510-B43DFBC0E7FA}" dt="2025-07-19T15:53:44.238" v="15880" actId="1076"/>
          <ac:spMkLst>
            <pc:docMk/>
            <pc:sldMk cId="3517894031" sldId="810"/>
            <ac:spMk id="19" creationId="{E2DF542F-0C19-C4A6-88EE-2B59B6097548}"/>
          </ac:spMkLst>
        </pc:spChg>
        <pc:spChg chg="add mod">
          <ac:chgData name="Aaron J Masino" userId="2136f450-c1a6-467a-901d-8891005589d6" providerId="ADAL" clId="{B602BF34-D576-E44F-8510-B43DFBC0E7FA}" dt="2025-07-19T16:17:42.071" v="16147" actId="20577"/>
          <ac:spMkLst>
            <pc:docMk/>
            <pc:sldMk cId="3517894031" sldId="810"/>
            <ac:spMk id="21" creationId="{9A3B4911-891B-087A-D15B-ECE7753AC854}"/>
          </ac:spMkLst>
        </pc:spChg>
        <pc:grpChg chg="add mod">
          <ac:chgData name="Aaron J Masino" userId="2136f450-c1a6-467a-901d-8891005589d6" providerId="ADAL" clId="{B602BF34-D576-E44F-8510-B43DFBC0E7FA}" dt="2025-07-19T16:18:54.589" v="16160" actId="1076"/>
          <ac:grpSpMkLst>
            <pc:docMk/>
            <pc:sldMk cId="3517894031" sldId="810"/>
            <ac:grpSpMk id="22" creationId="{2F97C290-7189-141E-D9C4-D9C0E68F209A}"/>
          </ac:grpSpMkLst>
        </pc:grpChg>
        <pc:picChg chg="add mod">
          <ac:chgData name="Aaron J Masino" userId="2136f450-c1a6-467a-901d-8891005589d6" providerId="ADAL" clId="{B602BF34-D576-E44F-8510-B43DFBC0E7FA}" dt="2025-07-19T16:16:06.190" v="15980" actId="1076"/>
          <ac:picMkLst>
            <pc:docMk/>
            <pc:sldMk cId="3517894031" sldId="810"/>
            <ac:picMk id="4" creationId="{46A1E75F-9AAE-0020-0E77-A6468FE1349C}"/>
          </ac:picMkLst>
        </pc:picChg>
        <pc:picChg chg="add mod">
          <ac:chgData name="Aaron J Masino" userId="2136f450-c1a6-467a-901d-8891005589d6" providerId="ADAL" clId="{B602BF34-D576-E44F-8510-B43DFBC0E7FA}" dt="2025-07-19T15:51:35.702" v="15801" actId="1076"/>
          <ac:picMkLst>
            <pc:docMk/>
            <pc:sldMk cId="3517894031" sldId="810"/>
            <ac:picMk id="5" creationId="{8F162515-9123-E2F1-3656-00D49C44CD87}"/>
          </ac:picMkLst>
        </pc:picChg>
        <pc:cxnChg chg="add mod">
          <ac:chgData name="Aaron J Masino" userId="2136f450-c1a6-467a-901d-8891005589d6" providerId="ADAL" clId="{B602BF34-D576-E44F-8510-B43DFBC0E7FA}" dt="2025-07-19T15:52:12.030" v="15808" actId="1582"/>
          <ac:cxnSpMkLst>
            <pc:docMk/>
            <pc:sldMk cId="3517894031" sldId="810"/>
            <ac:cxnSpMk id="7" creationId="{3B967CFD-E06F-518F-33A6-FF6E350003D4}"/>
          </ac:cxnSpMkLst>
        </pc:cxnChg>
        <pc:cxnChg chg="add mod">
          <ac:chgData name="Aaron J Masino" userId="2136f450-c1a6-467a-901d-8891005589d6" providerId="ADAL" clId="{B602BF34-D576-E44F-8510-B43DFBC0E7FA}" dt="2025-07-19T15:52:24.240" v="15811" actId="14100"/>
          <ac:cxnSpMkLst>
            <pc:docMk/>
            <pc:sldMk cId="3517894031" sldId="810"/>
            <ac:cxnSpMk id="8" creationId="{4CDB683B-A637-EABD-7433-2F8D7E983664}"/>
          </ac:cxnSpMkLst>
        </pc:cxnChg>
        <pc:cxnChg chg="add mod">
          <ac:chgData name="Aaron J Masino" userId="2136f450-c1a6-467a-901d-8891005589d6" providerId="ADAL" clId="{B602BF34-D576-E44F-8510-B43DFBC0E7FA}" dt="2025-07-19T15:52:35.383" v="15816" actId="14100"/>
          <ac:cxnSpMkLst>
            <pc:docMk/>
            <pc:sldMk cId="3517894031" sldId="810"/>
            <ac:cxnSpMk id="11" creationId="{41305153-C187-A348-25D9-08A38D26D435}"/>
          </ac:cxnSpMkLst>
        </pc:cxnChg>
        <pc:cxnChg chg="add mod">
          <ac:chgData name="Aaron J Masino" userId="2136f450-c1a6-467a-901d-8891005589d6" providerId="ADAL" clId="{B602BF34-D576-E44F-8510-B43DFBC0E7FA}" dt="2025-07-19T15:52:45.213" v="15820" actId="14100"/>
          <ac:cxnSpMkLst>
            <pc:docMk/>
            <pc:sldMk cId="3517894031" sldId="810"/>
            <ac:cxnSpMk id="15" creationId="{75CFB10A-1AA0-76F5-B6EB-A3CD8CCA7C85}"/>
          </ac:cxnSpMkLst>
        </pc:cxnChg>
      </pc:sldChg>
      <pc:sldChg chg="addSp delSp modSp add mod delAnim modAnim">
        <pc:chgData name="Aaron J Masino" userId="2136f450-c1a6-467a-901d-8891005589d6" providerId="ADAL" clId="{B602BF34-D576-E44F-8510-B43DFBC0E7FA}" dt="2025-07-19T13:29:47.667" v="13872" actId="20577"/>
        <pc:sldMkLst>
          <pc:docMk/>
          <pc:sldMk cId="731415421" sldId="811"/>
        </pc:sldMkLst>
        <pc:spChg chg="mod">
          <ac:chgData name="Aaron J Masino" userId="2136f450-c1a6-467a-901d-8891005589d6" providerId="ADAL" clId="{B602BF34-D576-E44F-8510-B43DFBC0E7FA}" dt="2025-07-19T13:21:36.212" v="13624" actId="20577"/>
          <ac:spMkLst>
            <pc:docMk/>
            <pc:sldMk cId="731415421" sldId="811"/>
            <ac:spMk id="2" creationId="{A23831A4-613A-9AA8-86D5-82DE2A514ACF}"/>
          </ac:spMkLst>
        </pc:spChg>
        <pc:spChg chg="mod">
          <ac:chgData name="Aaron J Masino" userId="2136f450-c1a6-467a-901d-8891005589d6" providerId="ADAL" clId="{B602BF34-D576-E44F-8510-B43DFBC0E7FA}" dt="2025-07-19T13:29:47.667" v="13872" actId="20577"/>
          <ac:spMkLst>
            <pc:docMk/>
            <pc:sldMk cId="731415421" sldId="811"/>
            <ac:spMk id="3" creationId="{D8648BA5-EEED-BFF2-AB9B-07D05F6E9D8C}"/>
          </ac:spMkLst>
        </pc:spChg>
        <pc:spChg chg="add mod">
          <ac:chgData name="Aaron J Masino" userId="2136f450-c1a6-467a-901d-8891005589d6" providerId="ADAL" clId="{B602BF34-D576-E44F-8510-B43DFBC0E7FA}" dt="2025-07-19T13:25:09.012" v="13644" actId="14100"/>
          <ac:spMkLst>
            <pc:docMk/>
            <pc:sldMk cId="731415421" sldId="811"/>
            <ac:spMk id="11" creationId="{E2A64E1B-6FC4-9A3F-F677-C54C35AB17D0}"/>
          </ac:spMkLst>
        </pc:spChg>
        <pc:spChg chg="add mod">
          <ac:chgData name="Aaron J Masino" userId="2136f450-c1a6-467a-901d-8891005589d6" providerId="ADAL" clId="{B602BF34-D576-E44F-8510-B43DFBC0E7FA}" dt="2025-07-19T13:26:01.382" v="13679" actId="20577"/>
          <ac:spMkLst>
            <pc:docMk/>
            <pc:sldMk cId="731415421" sldId="811"/>
            <ac:spMk id="12" creationId="{FB6D7B13-D094-1236-4034-98985202E983}"/>
          </ac:spMkLst>
        </pc:spChg>
        <pc:grpChg chg="add">
          <ac:chgData name="Aaron J Masino" userId="2136f450-c1a6-467a-901d-8891005589d6" providerId="ADAL" clId="{B602BF34-D576-E44F-8510-B43DFBC0E7FA}" dt="2025-07-19T13:26:14.687" v="13681" actId="164"/>
          <ac:grpSpMkLst>
            <pc:docMk/>
            <pc:sldMk cId="731415421" sldId="811"/>
            <ac:grpSpMk id="13" creationId="{544775E9-A5E1-73A6-30B3-AC719FAF89B3}"/>
          </ac:grpSpMkLst>
        </pc:grpChg>
        <pc:picChg chg="add mod">
          <ac:chgData name="Aaron J Masino" userId="2136f450-c1a6-467a-901d-8891005589d6" providerId="ADAL" clId="{B602BF34-D576-E44F-8510-B43DFBC0E7FA}" dt="2025-07-19T13:23:18.752" v="13625"/>
          <ac:picMkLst>
            <pc:docMk/>
            <pc:sldMk cId="731415421" sldId="811"/>
            <ac:picMk id="8" creationId="{C5349A30-109E-2038-5657-F39DEFA82596}"/>
          </ac:picMkLst>
        </pc:picChg>
        <pc:picChg chg="add mod modCrop">
          <ac:chgData name="Aaron J Masino" userId="2136f450-c1a6-467a-901d-8891005589d6" providerId="ADAL" clId="{B602BF34-D576-E44F-8510-B43DFBC0E7FA}" dt="2025-07-19T13:24:27.978" v="13639" actId="14100"/>
          <ac:picMkLst>
            <pc:docMk/>
            <pc:sldMk cId="731415421" sldId="811"/>
            <ac:picMk id="10" creationId="{A5374D42-A258-ED3E-5E3A-346F7325C0EF}"/>
          </ac:picMkLst>
        </pc:picChg>
      </pc:sldChg>
      <pc:sldChg chg="delSp modSp add mod modAnim">
        <pc:chgData name="Aaron J Masino" userId="2136f450-c1a6-467a-901d-8891005589d6" providerId="ADAL" clId="{B602BF34-D576-E44F-8510-B43DFBC0E7FA}" dt="2025-07-19T13:29:25.704" v="13852" actId="478"/>
        <pc:sldMkLst>
          <pc:docMk/>
          <pc:sldMk cId="2765090501" sldId="812"/>
        </pc:sldMkLst>
        <pc:spChg chg="mod">
          <ac:chgData name="Aaron J Masino" userId="2136f450-c1a6-467a-901d-8891005589d6" providerId="ADAL" clId="{B602BF34-D576-E44F-8510-B43DFBC0E7FA}" dt="2025-07-19T13:21:16.935" v="13588"/>
          <ac:spMkLst>
            <pc:docMk/>
            <pc:sldMk cId="2765090501" sldId="812"/>
            <ac:spMk id="2" creationId="{270365A3-7D39-8297-73A6-82183935252C}"/>
          </ac:spMkLst>
        </pc:spChg>
        <pc:spChg chg="mod">
          <ac:chgData name="Aaron J Masino" userId="2136f450-c1a6-467a-901d-8891005589d6" providerId="ADAL" clId="{B602BF34-D576-E44F-8510-B43DFBC0E7FA}" dt="2025-07-19T13:29:24.043" v="13851" actId="20577"/>
          <ac:spMkLst>
            <pc:docMk/>
            <pc:sldMk cId="2765090501" sldId="812"/>
            <ac:spMk id="3" creationId="{42D8E13F-2232-15C9-59A0-6941EC49F269}"/>
          </ac:spMkLst>
        </pc:spChg>
        <pc:spChg chg="mod topLvl">
          <ac:chgData name="Aaron J Masino" userId="2136f450-c1a6-467a-901d-8891005589d6" providerId="ADAL" clId="{B602BF34-D576-E44F-8510-B43DFBC0E7FA}" dt="2025-07-19T13:19:24.859" v="13549" actId="1076"/>
          <ac:spMkLst>
            <pc:docMk/>
            <pc:sldMk cId="2765090501" sldId="812"/>
            <ac:spMk id="12" creationId="{E12E4931-22FB-023F-28AD-C2B76492A04C}"/>
          </ac:spMkLst>
        </pc:spChg>
        <pc:spChg chg="mod">
          <ac:chgData name="Aaron J Masino" userId="2136f450-c1a6-467a-901d-8891005589d6" providerId="ADAL" clId="{B602BF34-D576-E44F-8510-B43DFBC0E7FA}" dt="2025-07-19T13:19:36.093" v="13555" actId="20577"/>
          <ac:spMkLst>
            <pc:docMk/>
            <pc:sldMk cId="2765090501" sldId="812"/>
            <ac:spMk id="13" creationId="{D1A08321-7A3C-3763-EF56-D38EB5136CE8}"/>
          </ac:spMkLst>
        </pc:spChg>
        <pc:picChg chg="topLvl">
          <ac:chgData name="Aaron J Masino" userId="2136f450-c1a6-467a-901d-8891005589d6" providerId="ADAL" clId="{B602BF34-D576-E44F-8510-B43DFBC0E7FA}" dt="2025-07-19T13:19:19.824" v="13548" actId="165"/>
          <ac:picMkLst>
            <pc:docMk/>
            <pc:sldMk cId="2765090501" sldId="812"/>
            <ac:picMk id="11" creationId="{DCB8C670-801B-69BA-76E0-82C5F4DBAC74}"/>
          </ac:picMkLst>
        </pc:picChg>
      </pc:sldChg>
      <pc:sldChg chg="delSp modSp add del mod modAnim">
        <pc:chgData name="Aaron J Masino" userId="2136f450-c1a6-467a-901d-8891005589d6" providerId="ADAL" clId="{B602BF34-D576-E44F-8510-B43DFBC0E7FA}" dt="2025-07-19T13:18:59.031" v="13536" actId="2696"/>
        <pc:sldMkLst>
          <pc:docMk/>
          <pc:sldMk cId="4048227282" sldId="812"/>
        </pc:sldMkLst>
      </pc:sldChg>
      <pc:sldChg chg="delSp modSp add mod">
        <pc:chgData name="Aaron J Masino" userId="2136f450-c1a6-467a-901d-8891005589d6" providerId="ADAL" clId="{B602BF34-D576-E44F-8510-B43DFBC0E7FA}" dt="2025-07-19T13:29:30.631" v="13854" actId="478"/>
        <pc:sldMkLst>
          <pc:docMk/>
          <pc:sldMk cId="1724471334" sldId="813"/>
        </pc:sldMkLst>
        <pc:spChg chg="mod">
          <ac:chgData name="Aaron J Masino" userId="2136f450-c1a6-467a-901d-8891005589d6" providerId="ADAL" clId="{B602BF34-D576-E44F-8510-B43DFBC0E7FA}" dt="2025-07-19T13:21:21.311" v="13590"/>
          <ac:spMkLst>
            <pc:docMk/>
            <pc:sldMk cId="1724471334" sldId="813"/>
            <ac:spMk id="2" creationId="{45A0BC65-DF4F-7CA9-67ED-02A86D6CC5B5}"/>
          </ac:spMkLst>
        </pc:spChg>
        <pc:spChg chg="mod">
          <ac:chgData name="Aaron J Masino" userId="2136f450-c1a6-467a-901d-8891005589d6" providerId="ADAL" clId="{B602BF34-D576-E44F-8510-B43DFBC0E7FA}" dt="2025-07-19T13:29:28.563" v="13853" actId="20577"/>
          <ac:spMkLst>
            <pc:docMk/>
            <pc:sldMk cId="1724471334" sldId="813"/>
            <ac:spMk id="3" creationId="{2D4066EA-BE27-70E2-421B-4B5D667D4E99}"/>
          </ac:spMkLst>
        </pc:spChg>
        <pc:spChg chg="mod">
          <ac:chgData name="Aaron J Masino" userId="2136f450-c1a6-467a-901d-8891005589d6" providerId="ADAL" clId="{B602BF34-D576-E44F-8510-B43DFBC0E7FA}" dt="2025-07-19T13:20:05.540" v="13559" actId="1076"/>
          <ac:spMkLst>
            <pc:docMk/>
            <pc:sldMk cId="1724471334" sldId="813"/>
            <ac:spMk id="12" creationId="{CCBA7B4B-C625-D93E-ACC7-46052D4AE73B}"/>
          </ac:spMkLst>
        </pc:spChg>
        <pc:spChg chg="mod">
          <ac:chgData name="Aaron J Masino" userId="2136f450-c1a6-467a-901d-8891005589d6" providerId="ADAL" clId="{B602BF34-D576-E44F-8510-B43DFBC0E7FA}" dt="2025-07-19T13:20:11.186" v="13561" actId="20577"/>
          <ac:spMkLst>
            <pc:docMk/>
            <pc:sldMk cId="1724471334" sldId="813"/>
            <ac:spMk id="13" creationId="{D44C78A2-F101-7091-0E5B-A953950080A9}"/>
          </ac:spMkLst>
        </pc:spChg>
      </pc:sldChg>
      <pc:sldChg chg="add del">
        <pc:chgData name="Aaron J Masino" userId="2136f450-c1a6-467a-901d-8891005589d6" providerId="ADAL" clId="{B602BF34-D576-E44F-8510-B43DFBC0E7FA}" dt="2025-07-19T13:19:57.563" v="13557"/>
        <pc:sldMkLst>
          <pc:docMk/>
          <pc:sldMk cId="2318922200" sldId="813"/>
        </pc:sldMkLst>
      </pc:sldChg>
      <pc:sldChg chg="modSp add mod modAnim">
        <pc:chgData name="Aaron J Masino" userId="2136f450-c1a6-467a-901d-8891005589d6" providerId="ADAL" clId="{B602BF34-D576-E44F-8510-B43DFBC0E7FA}" dt="2025-07-19T13:30:24.840" v="13888" actId="20577"/>
        <pc:sldMkLst>
          <pc:docMk/>
          <pc:sldMk cId="1819753127" sldId="814"/>
        </pc:sldMkLst>
        <pc:spChg chg="mod">
          <ac:chgData name="Aaron J Masino" userId="2136f450-c1a6-467a-901d-8891005589d6" providerId="ADAL" clId="{B602BF34-D576-E44F-8510-B43DFBC0E7FA}" dt="2025-07-19T13:30:16.192" v="13887" actId="20577"/>
          <ac:spMkLst>
            <pc:docMk/>
            <pc:sldMk cId="1819753127" sldId="814"/>
            <ac:spMk id="2" creationId="{9B462F5E-F5EE-FBCB-47C6-1B65124EE522}"/>
          </ac:spMkLst>
        </pc:spChg>
        <pc:spChg chg="mod">
          <ac:chgData name="Aaron J Masino" userId="2136f450-c1a6-467a-901d-8891005589d6" providerId="ADAL" clId="{B602BF34-D576-E44F-8510-B43DFBC0E7FA}" dt="2025-07-19T13:30:24.840" v="13888" actId="20577"/>
          <ac:spMkLst>
            <pc:docMk/>
            <pc:sldMk cId="1819753127" sldId="814"/>
            <ac:spMk id="3" creationId="{FADAFE03-F4FA-C4A5-4260-E2E89164EF78}"/>
          </ac:spMkLst>
        </pc:spChg>
      </pc:sldChg>
      <pc:sldChg chg="delSp modSp add mod modAnim">
        <pc:chgData name="Aaron J Masino" userId="2136f450-c1a6-467a-901d-8891005589d6" providerId="ADAL" clId="{B602BF34-D576-E44F-8510-B43DFBC0E7FA}" dt="2025-07-19T13:29:57.997" v="13874" actId="20577"/>
        <pc:sldMkLst>
          <pc:docMk/>
          <pc:sldMk cId="84147635" sldId="815"/>
        </pc:sldMkLst>
        <pc:spChg chg="mod">
          <ac:chgData name="Aaron J Masino" userId="2136f450-c1a6-467a-901d-8891005589d6" providerId="ADAL" clId="{B602BF34-D576-E44F-8510-B43DFBC0E7FA}" dt="2025-07-19T13:29:57.997" v="13874" actId="20577"/>
          <ac:spMkLst>
            <pc:docMk/>
            <pc:sldMk cId="84147635" sldId="815"/>
            <ac:spMk id="3" creationId="{31A33915-343B-64CA-34D0-BB130654210E}"/>
          </ac:spMkLst>
        </pc:spChg>
        <pc:spChg chg="mod topLvl">
          <ac:chgData name="Aaron J Masino" userId="2136f450-c1a6-467a-901d-8891005589d6" providerId="ADAL" clId="{B602BF34-D576-E44F-8510-B43DFBC0E7FA}" dt="2025-07-19T13:27:02.705" v="13689" actId="1076"/>
          <ac:spMkLst>
            <pc:docMk/>
            <pc:sldMk cId="84147635" sldId="815"/>
            <ac:spMk id="11" creationId="{CF39C924-7723-9512-4C95-C5B61CE470F6}"/>
          </ac:spMkLst>
        </pc:spChg>
        <pc:spChg chg="mod topLvl">
          <ac:chgData name="Aaron J Masino" userId="2136f450-c1a6-467a-901d-8891005589d6" providerId="ADAL" clId="{B602BF34-D576-E44F-8510-B43DFBC0E7FA}" dt="2025-07-19T13:27:07.649" v="13691" actId="20577"/>
          <ac:spMkLst>
            <pc:docMk/>
            <pc:sldMk cId="84147635" sldId="815"/>
            <ac:spMk id="12" creationId="{5B4355FA-AE00-2567-C99C-91339CF8712C}"/>
          </ac:spMkLst>
        </pc:spChg>
      </pc:sldChg>
      <pc:sldChg chg="modSp add mod">
        <pc:chgData name="Aaron J Masino" userId="2136f450-c1a6-467a-901d-8891005589d6" providerId="ADAL" clId="{B602BF34-D576-E44F-8510-B43DFBC0E7FA}" dt="2025-07-19T13:30:05.556" v="13876" actId="20577"/>
        <pc:sldMkLst>
          <pc:docMk/>
          <pc:sldMk cId="145489748" sldId="816"/>
        </pc:sldMkLst>
        <pc:spChg chg="mod">
          <ac:chgData name="Aaron J Masino" userId="2136f450-c1a6-467a-901d-8891005589d6" providerId="ADAL" clId="{B602BF34-D576-E44F-8510-B43DFBC0E7FA}" dt="2025-07-19T13:30:05.556" v="13876" actId="20577"/>
          <ac:spMkLst>
            <pc:docMk/>
            <pc:sldMk cId="145489748" sldId="816"/>
            <ac:spMk id="3" creationId="{7657EEBE-F1C0-45D1-EF93-A78944AD3225}"/>
          </ac:spMkLst>
        </pc:spChg>
        <pc:spChg chg="mod">
          <ac:chgData name="Aaron J Masino" userId="2136f450-c1a6-467a-901d-8891005589d6" providerId="ADAL" clId="{B602BF34-D576-E44F-8510-B43DFBC0E7FA}" dt="2025-07-19T13:27:20.884" v="13693" actId="1076"/>
          <ac:spMkLst>
            <pc:docMk/>
            <pc:sldMk cId="145489748" sldId="816"/>
            <ac:spMk id="11" creationId="{8824B4D5-A03F-8040-8C85-62116104E4F7}"/>
          </ac:spMkLst>
        </pc:spChg>
        <pc:spChg chg="mod">
          <ac:chgData name="Aaron J Masino" userId="2136f450-c1a6-467a-901d-8891005589d6" providerId="ADAL" clId="{B602BF34-D576-E44F-8510-B43DFBC0E7FA}" dt="2025-07-19T13:27:25.107" v="13695" actId="20577"/>
          <ac:spMkLst>
            <pc:docMk/>
            <pc:sldMk cId="145489748" sldId="816"/>
            <ac:spMk id="12" creationId="{4C0D8835-A083-04AF-1DC4-339B8988AC68}"/>
          </ac:spMkLst>
        </pc:spChg>
      </pc:sldChg>
      <pc:sldChg chg="addSp delSp modSp add mod delAnim modAnim">
        <pc:chgData name="Aaron J Masino" userId="2136f450-c1a6-467a-901d-8891005589d6" providerId="ADAL" clId="{B602BF34-D576-E44F-8510-B43DFBC0E7FA}" dt="2025-07-19T14:37:50.340" v="14793" actId="1076"/>
        <pc:sldMkLst>
          <pc:docMk/>
          <pc:sldMk cId="111843647" sldId="817"/>
        </pc:sldMkLst>
        <pc:spChg chg="mod">
          <ac:chgData name="Aaron J Masino" userId="2136f450-c1a6-467a-901d-8891005589d6" providerId="ADAL" clId="{B602BF34-D576-E44F-8510-B43DFBC0E7FA}" dt="2025-07-19T13:59:03.110" v="13921" actId="20577"/>
          <ac:spMkLst>
            <pc:docMk/>
            <pc:sldMk cId="111843647" sldId="817"/>
            <ac:spMk id="2" creationId="{E37C11D7-0CCA-291C-3837-D96F287E9ECD}"/>
          </ac:spMkLst>
        </pc:spChg>
        <pc:spChg chg="add mod">
          <ac:chgData name="Aaron J Masino" userId="2136f450-c1a6-467a-901d-8891005589d6" providerId="ADAL" clId="{B602BF34-D576-E44F-8510-B43DFBC0E7FA}" dt="2025-07-19T14:37:50.340" v="14793" actId="1076"/>
          <ac:spMkLst>
            <pc:docMk/>
            <pc:sldMk cId="111843647" sldId="817"/>
            <ac:spMk id="14" creationId="{6CD7CD67-E54D-7398-45BD-364BDCE398DD}"/>
          </ac:spMkLst>
        </pc:spChg>
        <pc:picChg chg="add mod">
          <ac:chgData name="Aaron J Masino" userId="2136f450-c1a6-467a-901d-8891005589d6" providerId="ADAL" clId="{B602BF34-D576-E44F-8510-B43DFBC0E7FA}" dt="2025-07-19T14:04:11.026" v="13956" actId="1076"/>
          <ac:picMkLst>
            <pc:docMk/>
            <pc:sldMk cId="111843647" sldId="817"/>
            <ac:picMk id="9" creationId="{1DDC9F92-36A7-225B-1CBD-4F390307B394}"/>
          </ac:picMkLst>
        </pc:picChg>
        <pc:picChg chg="add mod">
          <ac:chgData name="Aaron J Masino" userId="2136f450-c1a6-467a-901d-8891005589d6" providerId="ADAL" clId="{B602BF34-D576-E44F-8510-B43DFBC0E7FA}" dt="2025-07-19T14:04:14.579" v="13958" actId="1076"/>
          <ac:picMkLst>
            <pc:docMk/>
            <pc:sldMk cId="111843647" sldId="817"/>
            <ac:picMk id="10" creationId="{190830F8-9229-59AC-BDA2-0A14BB8D6351}"/>
          </ac:picMkLst>
        </pc:picChg>
        <pc:picChg chg="add mod">
          <ac:chgData name="Aaron J Masino" userId="2136f450-c1a6-467a-901d-8891005589d6" providerId="ADAL" clId="{B602BF34-D576-E44F-8510-B43DFBC0E7FA}" dt="2025-07-19T14:04:18.573" v="13959" actId="1076"/>
          <ac:picMkLst>
            <pc:docMk/>
            <pc:sldMk cId="111843647" sldId="817"/>
            <ac:picMk id="11" creationId="{2C306757-CCDC-5B43-7E5D-98478CA90449}"/>
          </ac:picMkLst>
        </pc:picChg>
        <pc:picChg chg="add mod">
          <ac:chgData name="Aaron J Masino" userId="2136f450-c1a6-467a-901d-8891005589d6" providerId="ADAL" clId="{B602BF34-D576-E44F-8510-B43DFBC0E7FA}" dt="2025-07-19T14:04:12.949" v="13957" actId="1076"/>
          <ac:picMkLst>
            <pc:docMk/>
            <pc:sldMk cId="111843647" sldId="817"/>
            <ac:picMk id="13" creationId="{DDB4443D-4FF3-0BF6-DE11-24BCB46EC3EB}"/>
          </ac:picMkLst>
        </pc:picChg>
      </pc:sldChg>
      <pc:sldChg chg="addSp delSp modSp add mod delAnim modAnim">
        <pc:chgData name="Aaron J Masino" userId="2136f450-c1a6-467a-901d-8891005589d6" providerId="ADAL" clId="{B602BF34-D576-E44F-8510-B43DFBC0E7FA}" dt="2025-07-19T14:26:29.695" v="14788"/>
        <pc:sldMkLst>
          <pc:docMk/>
          <pc:sldMk cId="246820843" sldId="818"/>
        </pc:sldMkLst>
        <pc:spChg chg="mod">
          <ac:chgData name="Aaron J Masino" userId="2136f450-c1a6-467a-901d-8891005589d6" providerId="ADAL" clId="{B602BF34-D576-E44F-8510-B43DFBC0E7FA}" dt="2025-07-19T14:16:37.478" v="14154" actId="20577"/>
          <ac:spMkLst>
            <pc:docMk/>
            <pc:sldMk cId="246820843" sldId="818"/>
            <ac:spMk id="2" creationId="{B808038F-F01E-307E-AF98-56D515646E85}"/>
          </ac:spMkLst>
        </pc:spChg>
        <pc:spChg chg="mod">
          <ac:chgData name="Aaron J Masino" userId="2136f450-c1a6-467a-901d-8891005589d6" providerId="ADAL" clId="{B602BF34-D576-E44F-8510-B43DFBC0E7FA}" dt="2025-07-19T14:25:48.619" v="14781" actId="14100"/>
          <ac:spMkLst>
            <pc:docMk/>
            <pc:sldMk cId="246820843" sldId="818"/>
            <ac:spMk id="3" creationId="{2E7E1A64-A92E-23A5-4C96-5F08F6B2728B}"/>
          </ac:spMkLst>
        </pc:spChg>
        <pc:picChg chg="add mod">
          <ac:chgData name="Aaron J Masino" userId="2136f450-c1a6-467a-901d-8891005589d6" providerId="ADAL" clId="{B602BF34-D576-E44F-8510-B43DFBC0E7FA}" dt="2025-07-19T14:25:54.923" v="14782" actId="14100"/>
          <ac:picMkLst>
            <pc:docMk/>
            <pc:sldMk cId="246820843" sldId="818"/>
            <ac:picMk id="6" creationId="{79E73521-9D73-B306-3E53-F9C34A8BBC63}"/>
          </ac:picMkLst>
        </pc:picChg>
      </pc:sldChg>
      <pc:sldChg chg="addSp delSp modSp add mod">
        <pc:chgData name="Aaron J Masino" userId="2136f450-c1a6-467a-901d-8891005589d6" providerId="ADAL" clId="{B602BF34-D576-E44F-8510-B43DFBC0E7FA}" dt="2025-07-19T14:37:54.267" v="14794"/>
        <pc:sldMkLst>
          <pc:docMk/>
          <pc:sldMk cId="1028224352" sldId="819"/>
        </pc:sldMkLst>
        <pc:spChg chg="add mod">
          <ac:chgData name="Aaron J Masino" userId="2136f450-c1a6-467a-901d-8891005589d6" providerId="ADAL" clId="{B602BF34-D576-E44F-8510-B43DFBC0E7FA}" dt="2025-07-19T14:37:54.267" v="14794"/>
          <ac:spMkLst>
            <pc:docMk/>
            <pc:sldMk cId="1028224352" sldId="819"/>
            <ac:spMk id="4" creationId="{64E6FD63-506E-BF6A-595C-D51101BFEB5B}"/>
          </ac:spMkLst>
        </pc:spChg>
        <pc:picChg chg="add mod">
          <ac:chgData name="Aaron J Masino" userId="2136f450-c1a6-467a-901d-8891005589d6" providerId="ADAL" clId="{B602BF34-D576-E44F-8510-B43DFBC0E7FA}" dt="2025-07-19T14:05:24.869" v="13968" actId="167"/>
          <ac:picMkLst>
            <pc:docMk/>
            <pc:sldMk cId="1028224352" sldId="819"/>
            <ac:picMk id="3" creationId="{1A28378C-0DAC-7C3D-7D1C-86E0AF450EA1}"/>
          </ac:picMkLst>
        </pc:picChg>
      </pc:sldChg>
      <pc:sldChg chg="addSp delSp modSp add mod">
        <pc:chgData name="Aaron J Masino" userId="2136f450-c1a6-467a-901d-8891005589d6" providerId="ADAL" clId="{B602BF34-D576-E44F-8510-B43DFBC0E7FA}" dt="2025-07-19T14:37:56.090" v="14795"/>
        <pc:sldMkLst>
          <pc:docMk/>
          <pc:sldMk cId="3752408806" sldId="820"/>
        </pc:sldMkLst>
        <pc:spChg chg="add mod">
          <ac:chgData name="Aaron J Masino" userId="2136f450-c1a6-467a-901d-8891005589d6" providerId="ADAL" clId="{B602BF34-D576-E44F-8510-B43DFBC0E7FA}" dt="2025-07-19T14:37:56.090" v="14795"/>
          <ac:spMkLst>
            <pc:docMk/>
            <pc:sldMk cId="3752408806" sldId="820"/>
            <ac:spMk id="5" creationId="{70B4590F-1802-9886-F18C-97A5D523C8CB}"/>
          </ac:spMkLst>
        </pc:spChg>
        <pc:picChg chg="add del mod">
          <ac:chgData name="Aaron J Masino" userId="2136f450-c1a6-467a-901d-8891005589d6" providerId="ADAL" clId="{B602BF34-D576-E44F-8510-B43DFBC0E7FA}" dt="2025-07-19T14:06:37.276" v="13978" actId="478"/>
          <ac:picMkLst>
            <pc:docMk/>
            <pc:sldMk cId="3752408806" sldId="820"/>
            <ac:picMk id="4" creationId="{D3C623FF-5969-5CB6-97F9-CF0B6D608F30}"/>
          </ac:picMkLst>
        </pc:picChg>
      </pc:sldChg>
      <pc:sldChg chg="addSp delSp modSp add mod">
        <pc:chgData name="Aaron J Masino" userId="2136f450-c1a6-467a-901d-8891005589d6" providerId="ADAL" clId="{B602BF34-D576-E44F-8510-B43DFBC0E7FA}" dt="2025-07-19T14:37:57.494" v="14796"/>
        <pc:sldMkLst>
          <pc:docMk/>
          <pc:sldMk cId="3028955231" sldId="821"/>
        </pc:sldMkLst>
        <pc:spChg chg="add mod">
          <ac:chgData name="Aaron J Masino" userId="2136f450-c1a6-467a-901d-8891005589d6" providerId="ADAL" clId="{B602BF34-D576-E44F-8510-B43DFBC0E7FA}" dt="2025-07-19T14:37:57.494" v="14796"/>
          <ac:spMkLst>
            <pc:docMk/>
            <pc:sldMk cId="3028955231" sldId="821"/>
            <ac:spMk id="7" creationId="{BFD68740-62CC-41DD-FC42-4647F3B1F175}"/>
          </ac:spMkLst>
        </pc:spChg>
        <pc:picChg chg="add mod">
          <ac:chgData name="Aaron J Masino" userId="2136f450-c1a6-467a-901d-8891005589d6" providerId="ADAL" clId="{B602BF34-D576-E44F-8510-B43DFBC0E7FA}" dt="2025-07-19T14:08:17.199" v="13991" actId="167"/>
          <ac:picMkLst>
            <pc:docMk/>
            <pc:sldMk cId="3028955231" sldId="821"/>
            <ac:picMk id="3" creationId="{365B509D-955F-B8E1-BC6A-A4480D32329E}"/>
          </ac:picMkLst>
        </pc:picChg>
        <pc:picChg chg="add mod">
          <ac:chgData name="Aaron J Masino" userId="2136f450-c1a6-467a-901d-8891005589d6" providerId="ADAL" clId="{B602BF34-D576-E44F-8510-B43DFBC0E7FA}" dt="2025-07-19T14:09:22.303" v="13996" actId="167"/>
          <ac:picMkLst>
            <pc:docMk/>
            <pc:sldMk cId="3028955231" sldId="821"/>
            <ac:picMk id="5" creationId="{33647727-F45A-2B43-0055-4511FDDD6BD0}"/>
          </ac:picMkLst>
        </pc:picChg>
      </pc:sldChg>
      <pc:sldChg chg="addSp delSp modSp add mod">
        <pc:chgData name="Aaron J Masino" userId="2136f450-c1a6-467a-901d-8891005589d6" providerId="ADAL" clId="{B602BF34-D576-E44F-8510-B43DFBC0E7FA}" dt="2025-07-19T14:37:58.938" v="14797"/>
        <pc:sldMkLst>
          <pc:docMk/>
          <pc:sldMk cId="2035867931" sldId="822"/>
        </pc:sldMkLst>
        <pc:spChg chg="add mod">
          <ac:chgData name="Aaron J Masino" userId="2136f450-c1a6-467a-901d-8891005589d6" providerId="ADAL" clId="{B602BF34-D576-E44F-8510-B43DFBC0E7FA}" dt="2025-07-19T14:15:44.742" v="14129" actId="16959"/>
          <ac:spMkLst>
            <pc:docMk/>
            <pc:sldMk cId="2035867931" sldId="822"/>
            <ac:spMk id="8" creationId="{FA47DA06-6D49-A13E-0189-631605F9E1A2}"/>
          </ac:spMkLst>
        </pc:spChg>
        <pc:spChg chg="add mod">
          <ac:chgData name="Aaron J Masino" userId="2136f450-c1a6-467a-901d-8891005589d6" providerId="ADAL" clId="{B602BF34-D576-E44F-8510-B43DFBC0E7FA}" dt="2025-07-19T14:37:58.938" v="14797"/>
          <ac:spMkLst>
            <pc:docMk/>
            <pc:sldMk cId="2035867931" sldId="822"/>
            <ac:spMk id="11" creationId="{1DD38608-620E-AB01-F101-E37A828DEB6D}"/>
          </ac:spMkLst>
        </pc:spChg>
        <pc:picChg chg="add mod">
          <ac:chgData name="Aaron J Masino" userId="2136f450-c1a6-467a-901d-8891005589d6" providerId="ADAL" clId="{B602BF34-D576-E44F-8510-B43DFBC0E7FA}" dt="2025-07-19T14:11:30.164" v="14010" actId="167"/>
          <ac:picMkLst>
            <pc:docMk/>
            <pc:sldMk cId="2035867931" sldId="822"/>
            <ac:picMk id="6" creationId="{3E51DA5C-5332-0E99-345B-E02D57701F02}"/>
          </ac:picMkLst>
        </pc:picChg>
      </pc:sldChg>
      <pc:sldChg chg="modSp new mod">
        <pc:chgData name="Aaron J Masino" userId="2136f450-c1a6-467a-901d-8891005589d6" providerId="ADAL" clId="{B602BF34-D576-E44F-8510-B43DFBC0E7FA}" dt="2025-07-19T18:21:58.813" v="16516" actId="20577"/>
        <pc:sldMkLst>
          <pc:docMk/>
          <pc:sldMk cId="2719790286" sldId="823"/>
        </pc:sldMkLst>
        <pc:spChg chg="mod">
          <ac:chgData name="Aaron J Masino" userId="2136f450-c1a6-467a-901d-8891005589d6" providerId="ADAL" clId="{B602BF34-D576-E44F-8510-B43DFBC0E7FA}" dt="2025-07-19T18:11:15.072" v="16210" actId="20577"/>
          <ac:spMkLst>
            <pc:docMk/>
            <pc:sldMk cId="2719790286" sldId="823"/>
            <ac:spMk id="2" creationId="{36E568D1-AA88-4534-D872-E539C02406F0}"/>
          </ac:spMkLst>
        </pc:spChg>
        <pc:spChg chg="mod">
          <ac:chgData name="Aaron J Masino" userId="2136f450-c1a6-467a-901d-8891005589d6" providerId="ADAL" clId="{B602BF34-D576-E44F-8510-B43DFBC0E7FA}" dt="2025-07-19T18:21:58.813" v="16516" actId="20577"/>
          <ac:spMkLst>
            <pc:docMk/>
            <pc:sldMk cId="2719790286" sldId="823"/>
            <ac:spMk id="3" creationId="{AA916F32-13A0-E92A-3EFE-529727D57B4B}"/>
          </ac:spMkLst>
        </pc:spChg>
      </pc:sldChg>
      <pc:sldChg chg="addSp delSp modSp add mod">
        <pc:chgData name="Aaron J Masino" userId="2136f450-c1a6-467a-901d-8891005589d6" providerId="ADAL" clId="{B602BF34-D576-E44F-8510-B43DFBC0E7FA}" dt="2025-07-19T16:20:21.562" v="16167" actId="14100"/>
        <pc:sldMkLst>
          <pc:docMk/>
          <pc:sldMk cId="2139515682" sldId="824"/>
        </pc:sldMkLst>
        <pc:spChg chg="add mod">
          <ac:chgData name="Aaron J Masino" userId="2136f450-c1a6-467a-901d-8891005589d6" providerId="ADAL" clId="{B602BF34-D576-E44F-8510-B43DFBC0E7FA}" dt="2025-07-19T16:20:21.562" v="16167" actId="14100"/>
          <ac:spMkLst>
            <pc:docMk/>
            <pc:sldMk cId="2139515682" sldId="824"/>
            <ac:spMk id="14" creationId="{3298F9FB-26E8-A712-FBBC-3B8FEA024F3E}"/>
          </ac:spMkLst>
        </pc:spChg>
        <pc:spChg chg="mod">
          <ac:chgData name="Aaron J Masino" userId="2136f450-c1a6-467a-901d-8891005589d6" providerId="ADAL" clId="{B602BF34-D576-E44F-8510-B43DFBC0E7FA}" dt="2025-07-19T16:04:08.376" v="15905" actId="1076"/>
          <ac:spMkLst>
            <pc:docMk/>
            <pc:sldMk cId="2139515682" sldId="824"/>
            <ac:spMk id="20" creationId="{0EFCE20A-4A65-C47B-D743-746387BB51E5}"/>
          </ac:spMkLst>
        </pc:spChg>
        <pc:picChg chg="add mod">
          <ac:chgData name="Aaron J Masino" userId="2136f450-c1a6-467a-901d-8891005589d6" providerId="ADAL" clId="{B602BF34-D576-E44F-8510-B43DFBC0E7FA}" dt="2025-07-19T16:04:17.649" v="15907" actId="1076"/>
          <ac:picMkLst>
            <pc:docMk/>
            <pc:sldMk cId="2139515682" sldId="824"/>
            <ac:picMk id="10" creationId="{DF7DCBAB-7DB7-6C51-F9A3-AE3FC55BB9FE}"/>
          </ac:picMkLst>
        </pc:picChg>
        <pc:picChg chg="add mod">
          <ac:chgData name="Aaron J Masino" userId="2136f450-c1a6-467a-901d-8891005589d6" providerId="ADAL" clId="{B602BF34-D576-E44F-8510-B43DFBC0E7FA}" dt="2025-07-19T16:05:52.945" v="15913" actId="1076"/>
          <ac:picMkLst>
            <pc:docMk/>
            <pc:sldMk cId="2139515682" sldId="824"/>
            <ac:picMk id="13" creationId="{E3C650CD-996D-CC24-34CB-E1FEA1EA50B4}"/>
          </ac:picMkLst>
        </pc:picChg>
      </pc:sldChg>
      <pc:sldChg chg="add del">
        <pc:chgData name="Aaron J Masino" userId="2136f450-c1a6-467a-901d-8891005589d6" providerId="ADAL" clId="{B602BF34-D576-E44F-8510-B43DFBC0E7FA}" dt="2025-07-19T16:06:04.549" v="15915" actId="2696"/>
        <pc:sldMkLst>
          <pc:docMk/>
          <pc:sldMk cId="3917658968" sldId="825"/>
        </pc:sldMkLst>
      </pc:sldChg>
      <pc:sldChg chg="addSp delSp modSp add mod">
        <pc:chgData name="Aaron J Masino" userId="2136f450-c1a6-467a-901d-8891005589d6" providerId="ADAL" clId="{B602BF34-D576-E44F-8510-B43DFBC0E7FA}" dt="2025-07-19T16:08:06.747" v="15928" actId="1076"/>
        <pc:sldMkLst>
          <pc:docMk/>
          <pc:sldMk cId="3115721693" sldId="826"/>
        </pc:sldMkLst>
        <pc:picChg chg="add mod">
          <ac:chgData name="Aaron J Masino" userId="2136f450-c1a6-467a-901d-8891005589d6" providerId="ADAL" clId="{B602BF34-D576-E44F-8510-B43DFBC0E7FA}" dt="2025-07-19T16:07:08.584" v="15920" actId="167"/>
          <ac:picMkLst>
            <pc:docMk/>
            <pc:sldMk cId="3115721693" sldId="826"/>
            <ac:picMk id="3" creationId="{8BE2A4C1-455F-8AC8-137F-FE92317FC541}"/>
          </ac:picMkLst>
        </pc:picChg>
        <pc:picChg chg="add mod">
          <ac:chgData name="Aaron J Masino" userId="2136f450-c1a6-467a-901d-8891005589d6" providerId="ADAL" clId="{B602BF34-D576-E44F-8510-B43DFBC0E7FA}" dt="2025-07-19T16:08:06.747" v="15928" actId="1076"/>
          <ac:picMkLst>
            <pc:docMk/>
            <pc:sldMk cId="3115721693" sldId="826"/>
            <ac:picMk id="4" creationId="{31EB1F7D-E7EB-5ACD-49D2-5F61A4B75F89}"/>
          </ac:picMkLst>
        </pc:picChg>
      </pc:sldChg>
      <pc:sldChg chg="addSp delSp modSp add mod">
        <pc:chgData name="Aaron J Masino" userId="2136f450-c1a6-467a-901d-8891005589d6" providerId="ADAL" clId="{B602BF34-D576-E44F-8510-B43DFBC0E7FA}" dt="2025-07-19T16:20:32.363" v="16169" actId="14100"/>
        <pc:sldMkLst>
          <pc:docMk/>
          <pc:sldMk cId="4106721944" sldId="827"/>
        </pc:sldMkLst>
        <pc:spChg chg="add mod">
          <ac:chgData name="Aaron J Masino" userId="2136f450-c1a6-467a-901d-8891005589d6" providerId="ADAL" clId="{B602BF34-D576-E44F-8510-B43DFBC0E7FA}" dt="2025-07-19T16:20:32.363" v="16169" actId="14100"/>
          <ac:spMkLst>
            <pc:docMk/>
            <pc:sldMk cId="4106721944" sldId="827"/>
            <ac:spMk id="7" creationId="{EFECC21D-8895-9C18-EB54-AC0D65C47E4A}"/>
          </ac:spMkLst>
        </pc:spChg>
        <pc:picChg chg="add mod">
          <ac:chgData name="Aaron J Masino" userId="2136f450-c1a6-467a-901d-8891005589d6" providerId="ADAL" clId="{B602BF34-D576-E44F-8510-B43DFBC0E7FA}" dt="2025-07-19T16:09:16.544" v="15935" actId="167"/>
          <ac:picMkLst>
            <pc:docMk/>
            <pc:sldMk cId="4106721944" sldId="827"/>
            <ac:picMk id="5" creationId="{93A5C7D8-782E-4166-F59B-CDF3A96109D7}"/>
          </ac:picMkLst>
        </pc:picChg>
        <pc:picChg chg="add mod">
          <ac:chgData name="Aaron J Masino" userId="2136f450-c1a6-467a-901d-8891005589d6" providerId="ADAL" clId="{B602BF34-D576-E44F-8510-B43DFBC0E7FA}" dt="2025-07-19T16:09:59.565" v="15942" actId="1076"/>
          <ac:picMkLst>
            <pc:docMk/>
            <pc:sldMk cId="4106721944" sldId="827"/>
            <ac:picMk id="6" creationId="{71AADF96-DF4F-A701-6FA8-970899CF933E}"/>
          </ac:picMkLst>
        </pc:picChg>
      </pc:sldChg>
      <pc:sldChg chg="addSp delSp modSp add mod">
        <pc:chgData name="Aaron J Masino" userId="2136f450-c1a6-467a-901d-8891005589d6" providerId="ADAL" clId="{B602BF34-D576-E44F-8510-B43DFBC0E7FA}" dt="2025-07-19T16:14:32.945" v="15978" actId="1076"/>
        <pc:sldMkLst>
          <pc:docMk/>
          <pc:sldMk cId="2533790367" sldId="828"/>
        </pc:sldMkLst>
        <pc:grpChg chg="add mod">
          <ac:chgData name="Aaron J Masino" userId="2136f450-c1a6-467a-901d-8891005589d6" providerId="ADAL" clId="{B602BF34-D576-E44F-8510-B43DFBC0E7FA}" dt="2025-07-19T16:14:32.945" v="15978" actId="1076"/>
          <ac:grpSpMkLst>
            <pc:docMk/>
            <pc:sldMk cId="2533790367" sldId="828"/>
            <ac:grpSpMk id="9" creationId="{B966B6FD-1CBA-310A-C647-7B74E7372A5D}"/>
          </ac:grpSpMkLst>
        </pc:grpChg>
        <pc:picChg chg="add mod">
          <ac:chgData name="Aaron J Masino" userId="2136f450-c1a6-467a-901d-8891005589d6" providerId="ADAL" clId="{B602BF34-D576-E44F-8510-B43DFBC0E7FA}" dt="2025-07-19T16:11:14.903" v="15948" actId="167"/>
          <ac:picMkLst>
            <pc:docMk/>
            <pc:sldMk cId="2533790367" sldId="828"/>
            <ac:picMk id="3" creationId="{37E63667-184A-E17C-7AB8-6F275FBBDA4C}"/>
          </ac:picMkLst>
        </pc:picChg>
        <pc:picChg chg="add mod">
          <ac:chgData name="Aaron J Masino" userId="2136f450-c1a6-467a-901d-8891005589d6" providerId="ADAL" clId="{B602BF34-D576-E44F-8510-B43DFBC0E7FA}" dt="2025-07-19T16:12:01.879" v="15955" actId="1076"/>
          <ac:picMkLst>
            <pc:docMk/>
            <pc:sldMk cId="2533790367" sldId="828"/>
            <ac:picMk id="4" creationId="{A298843B-B5C5-576E-81FE-D7EA4D4CC8A8}"/>
          </ac:picMkLst>
        </pc:picChg>
        <pc:picChg chg="add mod">
          <ac:chgData name="Aaron J Masino" userId="2136f450-c1a6-467a-901d-8891005589d6" providerId="ADAL" clId="{B602BF34-D576-E44F-8510-B43DFBC0E7FA}" dt="2025-07-19T16:13:59.884" v="15962" actId="1076"/>
          <ac:picMkLst>
            <pc:docMk/>
            <pc:sldMk cId="2533790367" sldId="828"/>
            <ac:picMk id="7" creationId="{9EFC8945-E3FA-2015-B7D7-C8F2A6F18ECC}"/>
          </ac:picMkLst>
        </pc:picChg>
        <pc:picChg chg="add mod">
          <ac:chgData name="Aaron J Masino" userId="2136f450-c1a6-467a-901d-8891005589d6" providerId="ADAL" clId="{B602BF34-D576-E44F-8510-B43DFBC0E7FA}" dt="2025-07-19T16:14:17.245" v="15975" actId="14100"/>
          <ac:picMkLst>
            <pc:docMk/>
            <pc:sldMk cId="2533790367" sldId="828"/>
            <ac:picMk id="8" creationId="{CC7B41DE-722F-B935-4135-E10048AAD2A8}"/>
          </ac:picMkLst>
        </pc:picChg>
      </pc:sldChg>
      <pc:sldChg chg="addSp modSp new mod">
        <pc:chgData name="Aaron J Masino" userId="2136f450-c1a6-467a-901d-8891005589d6" providerId="ADAL" clId="{B602BF34-D576-E44F-8510-B43DFBC0E7FA}" dt="2025-07-20T16:27:19.730" v="19608"/>
        <pc:sldMkLst>
          <pc:docMk/>
          <pc:sldMk cId="4143114447" sldId="829"/>
        </pc:sldMkLst>
        <pc:spChg chg="mod">
          <ac:chgData name="Aaron J Masino" userId="2136f450-c1a6-467a-901d-8891005589d6" providerId="ADAL" clId="{B602BF34-D576-E44F-8510-B43DFBC0E7FA}" dt="2025-07-20T13:02:49.945" v="17604" actId="20577"/>
          <ac:spMkLst>
            <pc:docMk/>
            <pc:sldMk cId="4143114447" sldId="829"/>
            <ac:spMk id="2" creationId="{5CAB2F95-640A-E5ED-1D8C-3087CDA5DE90}"/>
          </ac:spMkLst>
        </pc:spChg>
        <pc:spChg chg="mod">
          <ac:chgData name="Aaron J Masino" userId="2136f450-c1a6-467a-901d-8891005589d6" providerId="ADAL" clId="{B602BF34-D576-E44F-8510-B43DFBC0E7FA}" dt="2025-07-20T16:26:46.917" v="19605" actId="20577"/>
          <ac:spMkLst>
            <pc:docMk/>
            <pc:sldMk cId="4143114447" sldId="829"/>
            <ac:spMk id="3" creationId="{1223962C-E2A3-780B-3E27-617F6FE4F5B4}"/>
          </ac:spMkLst>
        </pc:spChg>
        <pc:spChg chg="add mod">
          <ac:chgData name="Aaron J Masino" userId="2136f450-c1a6-467a-901d-8891005589d6" providerId="ADAL" clId="{B602BF34-D576-E44F-8510-B43DFBC0E7FA}" dt="2025-07-20T16:27:19.730" v="19608"/>
          <ac:spMkLst>
            <pc:docMk/>
            <pc:sldMk cId="4143114447" sldId="829"/>
            <ac:spMk id="4" creationId="{67B910D1-A09C-16AA-4146-3F7614862153}"/>
          </ac:spMkLst>
        </pc:spChg>
      </pc:sldChg>
      <pc:sldChg chg="addSp modSp add mod">
        <pc:chgData name="Aaron J Masino" userId="2136f450-c1a6-467a-901d-8891005589d6" providerId="ADAL" clId="{B602BF34-D576-E44F-8510-B43DFBC0E7FA}" dt="2025-07-20T16:27:24.759" v="19609"/>
        <pc:sldMkLst>
          <pc:docMk/>
          <pc:sldMk cId="3076921603" sldId="830"/>
        </pc:sldMkLst>
        <pc:spChg chg="mod">
          <ac:chgData name="Aaron J Masino" userId="2136f450-c1a6-467a-901d-8891005589d6" providerId="ADAL" clId="{B602BF34-D576-E44F-8510-B43DFBC0E7FA}" dt="2025-07-20T13:03:05.195" v="17606" actId="20577"/>
          <ac:spMkLst>
            <pc:docMk/>
            <pc:sldMk cId="3076921603" sldId="830"/>
            <ac:spMk id="2" creationId="{04E490C3-240A-F040-B160-98D13B4F3AA4}"/>
          </ac:spMkLst>
        </pc:spChg>
        <pc:spChg chg="mod">
          <ac:chgData name="Aaron J Masino" userId="2136f450-c1a6-467a-901d-8891005589d6" providerId="ADAL" clId="{B602BF34-D576-E44F-8510-B43DFBC0E7FA}" dt="2025-07-20T14:48:40.301" v="19560" actId="20577"/>
          <ac:spMkLst>
            <pc:docMk/>
            <pc:sldMk cId="3076921603" sldId="830"/>
            <ac:spMk id="3" creationId="{EFA9BF18-316D-9E3F-9E6B-FAE17BEFC1BE}"/>
          </ac:spMkLst>
        </pc:spChg>
        <pc:spChg chg="add mod">
          <ac:chgData name="Aaron J Masino" userId="2136f450-c1a6-467a-901d-8891005589d6" providerId="ADAL" clId="{B602BF34-D576-E44F-8510-B43DFBC0E7FA}" dt="2025-07-20T16:27:24.759" v="19609"/>
          <ac:spMkLst>
            <pc:docMk/>
            <pc:sldMk cId="3076921603" sldId="830"/>
            <ac:spMk id="4" creationId="{2EAAEB3B-8B08-C4FA-02F7-91BBACB66436}"/>
          </ac:spMkLst>
        </pc:spChg>
      </pc:sldChg>
      <pc:sldChg chg="addSp modSp new mod">
        <pc:chgData name="Aaron J Masino" userId="2136f450-c1a6-467a-901d-8891005589d6" providerId="ADAL" clId="{B602BF34-D576-E44F-8510-B43DFBC0E7FA}" dt="2025-07-20T16:30:25.164" v="19934" actId="20577"/>
        <pc:sldMkLst>
          <pc:docMk/>
          <pc:sldMk cId="573454579" sldId="831"/>
        </pc:sldMkLst>
        <pc:spChg chg="mod">
          <ac:chgData name="Aaron J Masino" userId="2136f450-c1a6-467a-901d-8891005589d6" providerId="ADAL" clId="{B602BF34-D576-E44F-8510-B43DFBC0E7FA}" dt="2025-07-20T16:27:42.787" v="19647" actId="20577"/>
          <ac:spMkLst>
            <pc:docMk/>
            <pc:sldMk cId="573454579" sldId="831"/>
            <ac:spMk id="2" creationId="{C9CEFC24-2448-7FC3-53C8-38D9294FCB54}"/>
          </ac:spMkLst>
        </pc:spChg>
        <pc:spChg chg="mod">
          <ac:chgData name="Aaron J Masino" userId="2136f450-c1a6-467a-901d-8891005589d6" providerId="ADAL" clId="{B602BF34-D576-E44F-8510-B43DFBC0E7FA}" dt="2025-07-20T16:30:25.164" v="19934" actId="20577"/>
          <ac:spMkLst>
            <pc:docMk/>
            <pc:sldMk cId="573454579" sldId="831"/>
            <ac:spMk id="3" creationId="{2DAC94A6-7398-F038-0D92-978EFA87BAB1}"/>
          </ac:spMkLst>
        </pc:spChg>
        <pc:spChg chg="add mod">
          <ac:chgData name="Aaron J Masino" userId="2136f450-c1a6-467a-901d-8891005589d6" providerId="ADAL" clId="{B602BF34-D576-E44F-8510-B43DFBC0E7FA}" dt="2025-07-20T16:29:54.453" v="19899"/>
          <ac:spMkLst>
            <pc:docMk/>
            <pc:sldMk cId="573454579" sldId="831"/>
            <ac:spMk id="4" creationId="{F9CA2099-2673-A45E-DD69-0385BE987A84}"/>
          </ac:spMkLst>
        </pc:spChg>
      </pc:sldChg>
      <pc:sldChg chg="modSp add mod">
        <pc:chgData name="Aaron J Masino" userId="2136f450-c1a6-467a-901d-8891005589d6" providerId="ADAL" clId="{B602BF34-D576-E44F-8510-B43DFBC0E7FA}" dt="2025-07-21T21:38:05.914" v="19978" actId="20577"/>
        <pc:sldMkLst>
          <pc:docMk/>
          <pc:sldMk cId="1002634125" sldId="832"/>
        </pc:sldMkLst>
        <pc:spChg chg="mod">
          <ac:chgData name="Aaron J Masino" userId="2136f450-c1a6-467a-901d-8891005589d6" providerId="ADAL" clId="{B602BF34-D576-E44F-8510-B43DFBC0E7FA}" dt="2025-07-21T21:38:05.914" v="19978" actId="20577"/>
          <ac:spMkLst>
            <pc:docMk/>
            <pc:sldMk cId="1002634125" sldId="832"/>
            <ac:spMk id="2" creationId="{750B4835-D254-2835-2A82-FB53AD599BFD}"/>
          </ac:spMkLst>
        </pc:spChg>
      </pc:sldChg>
      <pc:sldChg chg="modSp new del mod">
        <pc:chgData name="Aaron J Masino" userId="2136f450-c1a6-467a-901d-8891005589d6" providerId="ADAL" clId="{B602BF34-D576-E44F-8510-B43DFBC0E7FA}" dt="2025-07-20T16:31:52.604" v="19968" actId="2696"/>
        <pc:sldMkLst>
          <pc:docMk/>
          <pc:sldMk cId="1092200523" sldId="832"/>
        </pc:sldMkLst>
      </pc:sldChg>
      <pc:sldChg chg="modSp new mod">
        <pc:chgData name="Aaron J Masino" userId="2136f450-c1a6-467a-901d-8891005589d6" providerId="ADAL" clId="{B602BF34-D576-E44F-8510-B43DFBC0E7FA}" dt="2025-07-21T21:45:20.012" v="20752" actId="207"/>
        <pc:sldMkLst>
          <pc:docMk/>
          <pc:sldMk cId="602458346" sldId="833"/>
        </pc:sldMkLst>
        <pc:spChg chg="mod">
          <ac:chgData name="Aaron J Masino" userId="2136f450-c1a6-467a-901d-8891005589d6" providerId="ADAL" clId="{B602BF34-D576-E44F-8510-B43DFBC0E7FA}" dt="2025-07-21T21:38:52.891" v="20004" actId="20577"/>
          <ac:spMkLst>
            <pc:docMk/>
            <pc:sldMk cId="602458346" sldId="833"/>
            <ac:spMk id="2" creationId="{FCF85EAA-A179-381C-4A61-E7675F72AE48}"/>
          </ac:spMkLst>
        </pc:spChg>
        <pc:spChg chg="mod">
          <ac:chgData name="Aaron J Masino" userId="2136f450-c1a6-467a-901d-8891005589d6" providerId="ADAL" clId="{B602BF34-D576-E44F-8510-B43DFBC0E7FA}" dt="2025-07-21T21:45:20.012" v="20752" actId="207"/>
          <ac:spMkLst>
            <pc:docMk/>
            <pc:sldMk cId="602458346" sldId="833"/>
            <ac:spMk id="3" creationId="{E33E36A3-C920-53D9-932C-49B72BD701B8}"/>
          </ac:spMkLst>
        </pc:spChg>
      </pc:sldChg>
      <pc:sldChg chg="addSp modSp new mod">
        <pc:chgData name="Aaron J Masino" userId="2136f450-c1a6-467a-901d-8891005589d6" providerId="ADAL" clId="{B602BF34-D576-E44F-8510-B43DFBC0E7FA}" dt="2025-07-21T21:49:21.164" v="20919" actId="20577"/>
        <pc:sldMkLst>
          <pc:docMk/>
          <pc:sldMk cId="420329912" sldId="834"/>
        </pc:sldMkLst>
        <pc:spChg chg="mod">
          <ac:chgData name="Aaron J Masino" userId="2136f450-c1a6-467a-901d-8891005589d6" providerId="ADAL" clId="{B602BF34-D576-E44F-8510-B43DFBC0E7FA}" dt="2025-07-21T21:45:41.113" v="20771" actId="20577"/>
          <ac:spMkLst>
            <pc:docMk/>
            <pc:sldMk cId="420329912" sldId="834"/>
            <ac:spMk id="2" creationId="{7376BAAC-7617-52A6-3A1C-584785553C57}"/>
          </ac:spMkLst>
        </pc:spChg>
        <pc:spChg chg="mod">
          <ac:chgData name="Aaron J Masino" userId="2136f450-c1a6-467a-901d-8891005589d6" providerId="ADAL" clId="{B602BF34-D576-E44F-8510-B43DFBC0E7FA}" dt="2025-07-21T21:49:21.164" v="20919" actId="20577"/>
          <ac:spMkLst>
            <pc:docMk/>
            <pc:sldMk cId="420329912" sldId="834"/>
            <ac:spMk id="3" creationId="{1FB662C1-5411-4165-3EC2-C79C5D9FB665}"/>
          </ac:spMkLst>
        </pc:spChg>
        <pc:spChg chg="add mod">
          <ac:chgData name="Aaron J Masino" userId="2136f450-c1a6-467a-901d-8891005589d6" providerId="ADAL" clId="{B602BF34-D576-E44F-8510-B43DFBC0E7FA}" dt="2025-07-21T21:47:59.216" v="20871" actId="14100"/>
          <ac:spMkLst>
            <pc:docMk/>
            <pc:sldMk cId="420329912" sldId="834"/>
            <ac:spMk id="5" creationId="{EFFC1FC2-9436-60BD-117A-C92411283CCD}"/>
          </ac:spMkLst>
        </pc:spChg>
        <pc:grpChg chg="add mod">
          <ac:chgData name="Aaron J Masino" userId="2136f450-c1a6-467a-901d-8891005589d6" providerId="ADAL" clId="{B602BF34-D576-E44F-8510-B43DFBC0E7FA}" dt="2025-07-21T21:49:18.215" v="20918" actId="1076"/>
          <ac:grpSpMkLst>
            <pc:docMk/>
            <pc:sldMk cId="420329912" sldId="834"/>
            <ac:grpSpMk id="6" creationId="{142B3B7F-467C-C7E9-C552-F725B927687E}"/>
          </ac:grpSpMkLst>
        </pc:grpChg>
        <pc:picChg chg="add mod">
          <ac:chgData name="Aaron J Masino" userId="2136f450-c1a6-467a-901d-8891005589d6" providerId="ADAL" clId="{B602BF34-D576-E44F-8510-B43DFBC0E7FA}" dt="2025-07-21T21:47:29.749" v="20868" actId="14100"/>
          <ac:picMkLst>
            <pc:docMk/>
            <pc:sldMk cId="420329912" sldId="834"/>
            <ac:picMk id="4" creationId="{759C4994-C188-7D10-C536-91AFF2A48F3D}"/>
          </ac:picMkLst>
        </pc:picChg>
      </pc:sldChg>
      <pc:sldChg chg="add">
        <pc:chgData name="Aaron J Masino" userId="2136f450-c1a6-467a-901d-8891005589d6" providerId="ADAL" clId="{B602BF34-D576-E44F-8510-B43DFBC0E7FA}" dt="2025-07-21T21:49:50.481" v="20920"/>
        <pc:sldMkLst>
          <pc:docMk/>
          <pc:sldMk cId="2768288075" sldId="835"/>
        </pc:sldMkLst>
      </pc:sldChg>
      <pc:sldChg chg="addSp delSp modSp add mod">
        <pc:chgData name="Aaron J Masino" userId="2136f450-c1a6-467a-901d-8891005589d6" providerId="ADAL" clId="{B602BF34-D576-E44F-8510-B43DFBC0E7FA}" dt="2025-07-28T21:43:02.555" v="20943" actId="1076"/>
        <pc:sldMkLst>
          <pc:docMk/>
          <pc:sldMk cId="1626361110" sldId="836"/>
        </pc:sldMkLst>
        <pc:spChg chg="mod">
          <ac:chgData name="Aaron J Masino" userId="2136f450-c1a6-467a-901d-8891005589d6" providerId="ADAL" clId="{B602BF34-D576-E44F-8510-B43DFBC0E7FA}" dt="2025-07-28T21:41:59.200" v="20937" actId="20577"/>
          <ac:spMkLst>
            <pc:docMk/>
            <pc:sldMk cId="1626361110" sldId="836"/>
            <ac:spMk id="2" creationId="{7013A4FC-3CF5-5E48-638A-21A76C3B191A}"/>
          </ac:spMkLst>
        </pc:spChg>
        <pc:spChg chg="mod">
          <ac:chgData name="Aaron J Masino" userId="2136f450-c1a6-467a-901d-8891005589d6" providerId="ADAL" clId="{B602BF34-D576-E44F-8510-B43DFBC0E7FA}" dt="2025-07-28T21:43:02.555" v="20943" actId="1076"/>
          <ac:spMkLst>
            <pc:docMk/>
            <pc:sldMk cId="1626361110" sldId="836"/>
            <ac:spMk id="3" creationId="{174490FA-208F-6153-19CF-925476E3920D}"/>
          </ac:spMkLst>
        </pc:spChg>
        <pc:picChg chg="del">
          <ac:chgData name="Aaron J Masino" userId="2136f450-c1a6-467a-901d-8891005589d6" providerId="ADAL" clId="{B602BF34-D576-E44F-8510-B43DFBC0E7FA}" dt="2025-07-28T21:42:49.795" v="20940" actId="478"/>
          <ac:picMkLst>
            <pc:docMk/>
            <pc:sldMk cId="1626361110" sldId="836"/>
            <ac:picMk id="4" creationId="{C9D96BC3-0589-11C1-A760-3CF899CA9182}"/>
          </ac:picMkLst>
        </pc:picChg>
        <pc:picChg chg="add mod">
          <ac:chgData name="Aaron J Masino" userId="2136f450-c1a6-467a-901d-8891005589d6" providerId="ADAL" clId="{B602BF34-D576-E44F-8510-B43DFBC0E7FA}" dt="2025-07-28T21:42:54.108" v="20941" actId="1076"/>
          <ac:picMkLst>
            <pc:docMk/>
            <pc:sldMk cId="1626361110" sldId="836"/>
            <ac:picMk id="5" creationId="{6AF446EE-2DE7-184D-EE09-87A33FBE6E3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F58E30-8B0E-3D4A-B4F9-4F5788961FBE}" type="datetimeFigureOut">
              <a:rPr lang="en-US" smtClean="0"/>
              <a:t>7/28/25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08B6C-8A43-5644-B4BB-E95D157C2B82}" type="slidenum">
              <a:rPr lang="en-US" smtClean="0"/>
              <a:t>‹#›</a:t>
            </a:fld>
            <a:endParaRPr lang="en-US"/>
          </a:p>
        </p:txBody>
      </p:sp>
    </p:spTree>
    <p:extLst>
      <p:ext uri="{BB962C8B-B14F-4D97-AF65-F5344CB8AC3E}">
        <p14:creationId xmlns:p14="http://schemas.microsoft.com/office/powerpoint/2010/main" val="2545219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D08B6C-8A43-5644-B4BB-E95D157C2B82}" type="slidenum">
              <a:rPr lang="en-US" smtClean="0"/>
              <a:t>5</a:t>
            </a:fld>
            <a:endParaRPr lang="en-US"/>
          </a:p>
        </p:txBody>
      </p:sp>
    </p:spTree>
    <p:extLst>
      <p:ext uri="{BB962C8B-B14F-4D97-AF65-F5344CB8AC3E}">
        <p14:creationId xmlns:p14="http://schemas.microsoft.com/office/powerpoint/2010/main" val="2644464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2D array can be used for directed networks, networks with self loops, networks with multi-edges</a:t>
            </a:r>
          </a:p>
          <a:p>
            <a:r>
              <a:rPr lang="en-US" dirty="0"/>
              <a:t>For a weighted network, the a 2D array can be used, but it will require floats</a:t>
            </a:r>
          </a:p>
        </p:txBody>
      </p:sp>
      <p:sp>
        <p:nvSpPr>
          <p:cNvPr id="4" name="Slide Number Placeholder 3"/>
          <p:cNvSpPr>
            <a:spLocks noGrp="1"/>
          </p:cNvSpPr>
          <p:nvPr>
            <p:ph type="sldNum" sz="quarter" idx="5"/>
          </p:nvPr>
        </p:nvSpPr>
        <p:spPr/>
        <p:txBody>
          <a:bodyPr/>
          <a:lstStyle/>
          <a:p>
            <a:fld id="{5FD08B6C-8A43-5644-B4BB-E95D157C2B82}" type="slidenum">
              <a:rPr lang="en-US" smtClean="0"/>
              <a:t>9</a:t>
            </a:fld>
            <a:endParaRPr lang="en-US"/>
          </a:p>
        </p:txBody>
      </p:sp>
    </p:spTree>
    <p:extLst>
      <p:ext uri="{BB962C8B-B14F-4D97-AF65-F5344CB8AC3E}">
        <p14:creationId xmlns:p14="http://schemas.microsoft.com/office/powerpoint/2010/main" val="2107424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in Python, integers do not have a fixed size – everything is an object, so the size estimate of 4n</a:t>
            </a:r>
            <a:r>
              <a:rPr lang="en-US" baseline="30000" dirty="0"/>
              <a:t>2</a:t>
            </a:r>
            <a:r>
              <a:rPr lang="en-US" dirty="0"/>
              <a:t> may not be exact</a:t>
            </a:r>
          </a:p>
          <a:p>
            <a:r>
              <a:rPr lang="en-US" dirty="0"/>
              <a:t>The same arguments hold for directed networks, networks with self loops, networks with multi-edges</a:t>
            </a:r>
          </a:p>
          <a:p>
            <a:r>
              <a:rPr lang="en-US" dirty="0"/>
              <a:t>For a weighted network, we need a float. In </a:t>
            </a:r>
            <a:r>
              <a:rPr lang="en-US" dirty="0" err="1"/>
              <a:t>CPython</a:t>
            </a:r>
            <a:r>
              <a:rPr lang="en-US" dirty="0"/>
              <a:t> this is 8 bytes</a:t>
            </a:r>
          </a:p>
          <a:p>
            <a:endParaRPr lang="en-US" dirty="0"/>
          </a:p>
        </p:txBody>
      </p:sp>
      <p:sp>
        <p:nvSpPr>
          <p:cNvPr id="4" name="Slide Number Placeholder 3"/>
          <p:cNvSpPr>
            <a:spLocks noGrp="1"/>
          </p:cNvSpPr>
          <p:nvPr>
            <p:ph type="sldNum" sz="quarter" idx="5"/>
          </p:nvPr>
        </p:nvSpPr>
        <p:spPr/>
        <p:txBody>
          <a:bodyPr/>
          <a:lstStyle/>
          <a:p>
            <a:fld id="{5FD08B6C-8A43-5644-B4BB-E95D157C2B82}" type="slidenum">
              <a:rPr lang="en-US" smtClean="0"/>
              <a:t>10</a:t>
            </a:fld>
            <a:endParaRPr lang="en-US"/>
          </a:p>
        </p:txBody>
      </p:sp>
    </p:spTree>
    <p:extLst>
      <p:ext uri="{BB962C8B-B14F-4D97-AF65-F5344CB8AC3E}">
        <p14:creationId xmlns:p14="http://schemas.microsoft.com/office/powerpoint/2010/main" val="3076380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D08B6C-8A43-5644-B4BB-E95D157C2B82}" type="slidenum">
              <a:rPr lang="en-US" smtClean="0"/>
              <a:t>37</a:t>
            </a:fld>
            <a:endParaRPr lang="en-US"/>
          </a:p>
        </p:txBody>
      </p:sp>
    </p:spTree>
    <p:extLst>
      <p:ext uri="{BB962C8B-B14F-4D97-AF65-F5344CB8AC3E}">
        <p14:creationId xmlns:p14="http://schemas.microsoft.com/office/powerpoint/2010/main" val="206864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368928" y="3512644"/>
            <a:ext cx="4265752" cy="246221"/>
          </a:xfrm>
        </p:spPr>
        <p:txBody>
          <a:bodyPr anchor="t"/>
          <a:lstStyle>
            <a:lvl1pPr marL="0" indent="0" algn="l">
              <a:lnSpc>
                <a:spcPct val="100000"/>
              </a:lnSpc>
              <a:buNone/>
              <a:defRPr sz="1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Aaron J. Masino, PhD</a:t>
            </a:r>
          </a:p>
        </p:txBody>
      </p:sp>
      <p:grpSp>
        <p:nvGrpSpPr>
          <p:cNvPr id="88" name="Group 87">
            <a:extLst>
              <a:ext uri="{FF2B5EF4-FFF2-40B4-BE49-F238E27FC236}">
                <a16:creationId xmlns:a16="http://schemas.microsoft.com/office/drawing/2014/main" id="{32D705F4-66FC-4445-A2DF-A6A481D2978E}"/>
              </a:ext>
            </a:extLst>
          </p:cNvPr>
          <p:cNvGrpSpPr/>
          <p:nvPr userDrawn="1"/>
        </p:nvGrpSpPr>
        <p:grpSpPr>
          <a:xfrm>
            <a:off x="399536" y="646047"/>
            <a:ext cx="274320" cy="212725"/>
            <a:chOff x="11343190" y="687636"/>
            <a:chExt cx="274320" cy="212725"/>
          </a:xfrm>
        </p:grpSpPr>
        <p:cxnSp>
          <p:nvCxnSpPr>
            <p:cNvPr id="89" name="Straight Connector 88">
              <a:extLst>
                <a:ext uri="{FF2B5EF4-FFF2-40B4-BE49-F238E27FC236}">
                  <a16:creationId xmlns:a16="http://schemas.microsoft.com/office/drawing/2014/main" id="{E108C30F-E145-2D4E-A954-673F6C5BAE06}"/>
                </a:ext>
              </a:extLst>
            </p:cNvPr>
            <p:cNvCxnSpPr/>
            <p:nvPr/>
          </p:nvCxnSpPr>
          <p:spPr>
            <a:xfrm>
              <a:off x="11343190" y="687636"/>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2A828DF-2F75-3946-A018-2EFB7DBF2002}"/>
                </a:ext>
              </a:extLst>
            </p:cNvPr>
            <p:cNvCxnSpPr/>
            <p:nvPr/>
          </p:nvCxnSpPr>
          <p:spPr>
            <a:xfrm>
              <a:off x="11343190" y="758544"/>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0BD958-94D8-9D4F-BF03-4398CCDEF41F}"/>
                </a:ext>
              </a:extLst>
            </p:cNvPr>
            <p:cNvCxnSpPr/>
            <p:nvPr/>
          </p:nvCxnSpPr>
          <p:spPr>
            <a:xfrm>
              <a:off x="11343190" y="829452"/>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7F9DA8D-12BC-274D-96EA-CBF9AA504ABA}"/>
                </a:ext>
              </a:extLst>
            </p:cNvPr>
            <p:cNvCxnSpPr/>
            <p:nvPr/>
          </p:nvCxnSpPr>
          <p:spPr>
            <a:xfrm>
              <a:off x="11343190" y="900361"/>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71" name="Text Placeholder 170">
            <a:extLst>
              <a:ext uri="{FF2B5EF4-FFF2-40B4-BE49-F238E27FC236}">
                <a16:creationId xmlns:a16="http://schemas.microsoft.com/office/drawing/2014/main" id="{F097ABE9-E407-6F41-BEC5-2A6EECED9AC8}"/>
              </a:ext>
            </a:extLst>
          </p:cNvPr>
          <p:cNvSpPr>
            <a:spLocks noGrp="1"/>
          </p:cNvSpPr>
          <p:nvPr>
            <p:ph type="body" sz="quarter" idx="10" hasCustomPrompt="1"/>
          </p:nvPr>
        </p:nvSpPr>
        <p:spPr>
          <a:xfrm>
            <a:off x="1368927" y="3795786"/>
            <a:ext cx="4265751" cy="221599"/>
          </a:xfrm>
        </p:spPr>
        <p:txBody>
          <a:bodyPr/>
          <a:lstStyle>
            <a:lvl1pPr>
              <a:lnSpc>
                <a:spcPct val="100000"/>
              </a:lnSpc>
              <a:buNone/>
              <a:defRPr sz="1400">
                <a:solidFill>
                  <a:schemeClr val="accent2"/>
                </a:solidFill>
                <a:latin typeface="+mn-lt"/>
                <a:cs typeface="Sabon Next LT" panose="02000500000000000000" pitchFamily="2" charset="0"/>
              </a:defRPr>
            </a:lvl1pPr>
            <a:lvl2pPr>
              <a:buNone/>
              <a:defRPr sz="1400">
                <a:solidFill>
                  <a:schemeClr val="accent2"/>
                </a:solidFill>
                <a:latin typeface="Sabon Next LT" panose="02000500000000000000" pitchFamily="2" charset="0"/>
                <a:cs typeface="Sabon Next LT" panose="02000500000000000000" pitchFamily="2" charset="0"/>
              </a:defRPr>
            </a:lvl2pPr>
            <a:lvl3pPr>
              <a:buNone/>
              <a:defRPr sz="1400">
                <a:solidFill>
                  <a:schemeClr val="accent2"/>
                </a:solidFill>
                <a:latin typeface="Sabon Next LT" panose="02000500000000000000" pitchFamily="2" charset="0"/>
                <a:cs typeface="Sabon Next LT" panose="02000500000000000000" pitchFamily="2" charset="0"/>
              </a:defRPr>
            </a:lvl3pPr>
            <a:lvl4pPr>
              <a:buNone/>
              <a:defRPr sz="1400">
                <a:solidFill>
                  <a:schemeClr val="accent2"/>
                </a:solidFill>
                <a:latin typeface="Sabon Next LT" panose="02000500000000000000" pitchFamily="2" charset="0"/>
                <a:cs typeface="Sabon Next LT" panose="02000500000000000000" pitchFamily="2" charset="0"/>
              </a:defRPr>
            </a:lvl4pPr>
            <a:lvl5pPr>
              <a:buNone/>
              <a:defRPr sz="1400">
                <a:solidFill>
                  <a:schemeClr val="accent2"/>
                </a:solidFill>
                <a:latin typeface="Sabon Next LT" panose="02000500000000000000" pitchFamily="2" charset="0"/>
                <a:cs typeface="Sabon Next LT" panose="02000500000000000000" pitchFamily="2" charset="0"/>
              </a:defRPr>
            </a:lvl5pPr>
          </a:lstStyle>
          <a:p>
            <a:pPr lvl="0"/>
            <a:r>
              <a:rPr lang="en-US" dirty="0"/>
              <a:t>Associate Professor of Computer Science</a:t>
            </a:r>
          </a:p>
        </p:txBody>
      </p:sp>
      <p:sp>
        <p:nvSpPr>
          <p:cNvPr id="2" name="Title 1"/>
          <p:cNvSpPr>
            <a:spLocks noGrp="1"/>
          </p:cNvSpPr>
          <p:nvPr>
            <p:ph type="ctrTitle" hasCustomPrompt="1"/>
          </p:nvPr>
        </p:nvSpPr>
        <p:spPr>
          <a:xfrm>
            <a:off x="1368927" y="1371600"/>
            <a:ext cx="4615014" cy="2013756"/>
          </a:xfrm>
        </p:spPr>
        <p:txBody>
          <a:bodyPr anchor="t"/>
          <a:lstStyle>
            <a:lvl1pPr algn="l">
              <a:lnSpc>
                <a:spcPct val="80000"/>
              </a:lnSpc>
              <a:defRPr sz="5400" b="0">
                <a:solidFill>
                  <a:schemeClr val="bg1"/>
                </a:solidFill>
              </a:defRPr>
            </a:lvl1pPr>
          </a:lstStyle>
          <a:p>
            <a:r>
              <a:rPr lang="en-US" dirty="0"/>
              <a:t>Click to</a:t>
            </a:r>
            <a:br>
              <a:rPr lang="en-US" dirty="0"/>
            </a:br>
            <a:r>
              <a:rPr lang="en-US" dirty="0"/>
              <a:t>Edit Slide</a:t>
            </a:r>
            <a:br>
              <a:rPr lang="en-US" dirty="0"/>
            </a:br>
            <a:r>
              <a:rPr lang="en-US" dirty="0"/>
              <a:t>Deck Title</a:t>
            </a:r>
          </a:p>
        </p:txBody>
      </p:sp>
      <p:grpSp>
        <p:nvGrpSpPr>
          <p:cNvPr id="119" name="Group 118">
            <a:extLst>
              <a:ext uri="{FF2B5EF4-FFF2-40B4-BE49-F238E27FC236}">
                <a16:creationId xmlns:a16="http://schemas.microsoft.com/office/drawing/2014/main" id="{1643EC61-6566-E543-A5B5-627914069DFF}"/>
              </a:ext>
            </a:extLst>
          </p:cNvPr>
          <p:cNvGrpSpPr/>
          <p:nvPr userDrawn="1"/>
        </p:nvGrpSpPr>
        <p:grpSpPr>
          <a:xfrm>
            <a:off x="6776031" y="331149"/>
            <a:ext cx="502600" cy="744358"/>
            <a:chOff x="7543800" y="-161366"/>
            <a:chExt cx="590775" cy="874945"/>
          </a:xfrm>
          <a:solidFill>
            <a:schemeClr val="accent1"/>
          </a:solidFill>
        </p:grpSpPr>
        <p:grpSp>
          <p:nvGrpSpPr>
            <p:cNvPr id="120" name="Group 119">
              <a:extLst>
                <a:ext uri="{FF2B5EF4-FFF2-40B4-BE49-F238E27FC236}">
                  <a16:creationId xmlns:a16="http://schemas.microsoft.com/office/drawing/2014/main" id="{43F7657A-A9E2-C442-AD47-9F48D895F723}"/>
                </a:ext>
              </a:extLst>
            </p:cNvPr>
            <p:cNvGrpSpPr/>
            <p:nvPr/>
          </p:nvGrpSpPr>
          <p:grpSpPr>
            <a:xfrm>
              <a:off x="7543800" y="-161366"/>
              <a:ext cx="590775" cy="67236"/>
              <a:chOff x="7543800" y="-161366"/>
              <a:chExt cx="590775" cy="67236"/>
            </a:xfrm>
            <a:grpFill/>
          </p:grpSpPr>
          <p:sp>
            <p:nvSpPr>
              <p:cNvPr id="163" name="Oval 162">
                <a:extLst>
                  <a:ext uri="{FF2B5EF4-FFF2-40B4-BE49-F238E27FC236}">
                    <a16:creationId xmlns:a16="http://schemas.microsoft.com/office/drawing/2014/main" id="{F8153F31-15B8-B343-B670-EE78EE5DA576}"/>
                  </a:ext>
                </a:extLst>
              </p:cNvPr>
              <p:cNvSpPr/>
              <p:nvPr/>
            </p:nvSpPr>
            <p:spPr>
              <a:xfrm>
                <a:off x="754380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91EAB16D-1DE1-3745-B9BE-CBE656648391}"/>
                  </a:ext>
                </a:extLst>
              </p:cNvPr>
              <p:cNvSpPr/>
              <p:nvPr/>
            </p:nvSpPr>
            <p:spPr>
              <a:xfrm>
                <a:off x="767468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7D9812CD-D01B-B247-B9AD-18E24E7233F3}"/>
                  </a:ext>
                </a:extLst>
              </p:cNvPr>
              <p:cNvSpPr/>
              <p:nvPr/>
            </p:nvSpPr>
            <p:spPr>
              <a:xfrm>
                <a:off x="780557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EDDFFA03-F4A1-7047-9E08-208BA09C3D0D}"/>
                  </a:ext>
                </a:extLst>
              </p:cNvPr>
              <p:cNvSpPr/>
              <p:nvPr/>
            </p:nvSpPr>
            <p:spPr>
              <a:xfrm>
                <a:off x="793645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1FB72449-95B1-2B43-8D77-407E8C6DA8C5}"/>
                  </a:ext>
                </a:extLst>
              </p:cNvPr>
              <p:cNvSpPr/>
              <p:nvPr/>
            </p:nvSpPr>
            <p:spPr>
              <a:xfrm>
                <a:off x="8067340" y="-16136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 name="Group 120">
              <a:extLst>
                <a:ext uri="{FF2B5EF4-FFF2-40B4-BE49-F238E27FC236}">
                  <a16:creationId xmlns:a16="http://schemas.microsoft.com/office/drawing/2014/main" id="{DCEC2D2C-E5FA-D04C-B850-60ADDADB3E6E}"/>
                </a:ext>
              </a:extLst>
            </p:cNvPr>
            <p:cNvGrpSpPr/>
            <p:nvPr/>
          </p:nvGrpSpPr>
          <p:grpSpPr>
            <a:xfrm>
              <a:off x="7543800" y="-45979"/>
              <a:ext cx="590775" cy="67236"/>
              <a:chOff x="7543800" y="-44377"/>
              <a:chExt cx="590775" cy="67236"/>
            </a:xfrm>
            <a:grpFill/>
          </p:grpSpPr>
          <p:sp>
            <p:nvSpPr>
              <p:cNvPr id="158" name="Oval 157">
                <a:extLst>
                  <a:ext uri="{FF2B5EF4-FFF2-40B4-BE49-F238E27FC236}">
                    <a16:creationId xmlns:a16="http://schemas.microsoft.com/office/drawing/2014/main" id="{ED5187E1-AC0D-FC49-9EE2-2306528B4A49}"/>
                  </a:ext>
                </a:extLst>
              </p:cNvPr>
              <p:cNvSpPr/>
              <p:nvPr/>
            </p:nvSpPr>
            <p:spPr>
              <a:xfrm>
                <a:off x="754380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C4784A95-5FE0-C140-8960-792C1FA54D8D}"/>
                  </a:ext>
                </a:extLst>
              </p:cNvPr>
              <p:cNvSpPr/>
              <p:nvPr/>
            </p:nvSpPr>
            <p:spPr>
              <a:xfrm>
                <a:off x="767468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BD31660C-A41B-0C47-8721-3269686D0B7B}"/>
                  </a:ext>
                </a:extLst>
              </p:cNvPr>
              <p:cNvSpPr/>
              <p:nvPr/>
            </p:nvSpPr>
            <p:spPr>
              <a:xfrm>
                <a:off x="780557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14629AF0-29CC-AC4C-9D89-02DB0F5A5940}"/>
                  </a:ext>
                </a:extLst>
              </p:cNvPr>
              <p:cNvSpPr/>
              <p:nvPr/>
            </p:nvSpPr>
            <p:spPr>
              <a:xfrm>
                <a:off x="793645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270F4FB4-32B1-B143-9367-323742EA234A}"/>
                  </a:ext>
                </a:extLst>
              </p:cNvPr>
              <p:cNvSpPr/>
              <p:nvPr/>
            </p:nvSpPr>
            <p:spPr>
              <a:xfrm>
                <a:off x="8067340" y="-4437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134E604F-80D8-1440-A1A6-E3B21E3E147F}"/>
                </a:ext>
              </a:extLst>
            </p:cNvPr>
            <p:cNvGrpSpPr/>
            <p:nvPr/>
          </p:nvGrpSpPr>
          <p:grpSpPr>
            <a:xfrm>
              <a:off x="7543800" y="69408"/>
              <a:ext cx="590775" cy="67236"/>
              <a:chOff x="7543800" y="72612"/>
              <a:chExt cx="590775" cy="67236"/>
            </a:xfrm>
            <a:grpFill/>
          </p:grpSpPr>
          <p:sp>
            <p:nvSpPr>
              <p:cNvPr id="153" name="Oval 152">
                <a:extLst>
                  <a:ext uri="{FF2B5EF4-FFF2-40B4-BE49-F238E27FC236}">
                    <a16:creationId xmlns:a16="http://schemas.microsoft.com/office/drawing/2014/main" id="{D2F15213-AFF8-F847-BA16-CC86F4A8C267}"/>
                  </a:ext>
                </a:extLst>
              </p:cNvPr>
              <p:cNvSpPr/>
              <p:nvPr/>
            </p:nvSpPr>
            <p:spPr>
              <a:xfrm>
                <a:off x="754380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0D04F651-7C4C-804C-85D8-57993A3AEC41}"/>
                  </a:ext>
                </a:extLst>
              </p:cNvPr>
              <p:cNvSpPr/>
              <p:nvPr/>
            </p:nvSpPr>
            <p:spPr>
              <a:xfrm>
                <a:off x="767468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F2FE10BF-E710-C847-9B52-742FFA7E283F}"/>
                  </a:ext>
                </a:extLst>
              </p:cNvPr>
              <p:cNvSpPr/>
              <p:nvPr/>
            </p:nvSpPr>
            <p:spPr>
              <a:xfrm>
                <a:off x="780557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47C598C5-5FC3-9048-A409-8ABD7D254525}"/>
                  </a:ext>
                </a:extLst>
              </p:cNvPr>
              <p:cNvSpPr/>
              <p:nvPr/>
            </p:nvSpPr>
            <p:spPr>
              <a:xfrm>
                <a:off x="793645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72B5F8FF-6D44-C046-A691-779698113840}"/>
                  </a:ext>
                </a:extLst>
              </p:cNvPr>
              <p:cNvSpPr/>
              <p:nvPr/>
            </p:nvSpPr>
            <p:spPr>
              <a:xfrm>
                <a:off x="8067340" y="7261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a:extLst>
                <a:ext uri="{FF2B5EF4-FFF2-40B4-BE49-F238E27FC236}">
                  <a16:creationId xmlns:a16="http://schemas.microsoft.com/office/drawing/2014/main" id="{3E59708B-CAC1-DB45-A975-4C03847B1EB9}"/>
                </a:ext>
              </a:extLst>
            </p:cNvPr>
            <p:cNvGrpSpPr/>
            <p:nvPr/>
          </p:nvGrpSpPr>
          <p:grpSpPr>
            <a:xfrm>
              <a:off x="7543800" y="184795"/>
              <a:ext cx="590775" cy="67236"/>
              <a:chOff x="7543800" y="187359"/>
              <a:chExt cx="590775" cy="67236"/>
            </a:xfrm>
            <a:grpFill/>
          </p:grpSpPr>
          <p:sp>
            <p:nvSpPr>
              <p:cNvPr id="148" name="Oval 147">
                <a:extLst>
                  <a:ext uri="{FF2B5EF4-FFF2-40B4-BE49-F238E27FC236}">
                    <a16:creationId xmlns:a16="http://schemas.microsoft.com/office/drawing/2014/main" id="{75E5234C-15A6-5E44-BF35-31E80EFB9381}"/>
                  </a:ext>
                </a:extLst>
              </p:cNvPr>
              <p:cNvSpPr/>
              <p:nvPr/>
            </p:nvSpPr>
            <p:spPr>
              <a:xfrm>
                <a:off x="754380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0E80B58E-1742-934D-8EE7-4C113ADB9B6E}"/>
                  </a:ext>
                </a:extLst>
              </p:cNvPr>
              <p:cNvSpPr/>
              <p:nvPr/>
            </p:nvSpPr>
            <p:spPr>
              <a:xfrm>
                <a:off x="767468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BC3A11F9-D0AF-9142-804F-12BBAAECA17C}"/>
                  </a:ext>
                </a:extLst>
              </p:cNvPr>
              <p:cNvSpPr/>
              <p:nvPr/>
            </p:nvSpPr>
            <p:spPr>
              <a:xfrm>
                <a:off x="780557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BF540119-E7D7-F948-AB3C-60092FDE3ADA}"/>
                  </a:ext>
                </a:extLst>
              </p:cNvPr>
              <p:cNvSpPr/>
              <p:nvPr/>
            </p:nvSpPr>
            <p:spPr>
              <a:xfrm>
                <a:off x="793645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8877E89C-0A46-C64F-8535-4B5B76DD9AEF}"/>
                  </a:ext>
                </a:extLst>
              </p:cNvPr>
              <p:cNvSpPr/>
              <p:nvPr/>
            </p:nvSpPr>
            <p:spPr>
              <a:xfrm>
                <a:off x="8067340" y="187359"/>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4" name="Group 123">
              <a:extLst>
                <a:ext uri="{FF2B5EF4-FFF2-40B4-BE49-F238E27FC236}">
                  <a16:creationId xmlns:a16="http://schemas.microsoft.com/office/drawing/2014/main" id="{89355624-FAF3-6744-87F8-7392C602601F}"/>
                </a:ext>
              </a:extLst>
            </p:cNvPr>
            <p:cNvGrpSpPr/>
            <p:nvPr/>
          </p:nvGrpSpPr>
          <p:grpSpPr>
            <a:xfrm>
              <a:off x="7543800" y="300182"/>
              <a:ext cx="590775" cy="67236"/>
              <a:chOff x="7543800" y="302105"/>
              <a:chExt cx="590775" cy="67236"/>
            </a:xfrm>
            <a:grpFill/>
          </p:grpSpPr>
          <p:sp>
            <p:nvSpPr>
              <p:cNvPr id="143" name="Oval 142">
                <a:extLst>
                  <a:ext uri="{FF2B5EF4-FFF2-40B4-BE49-F238E27FC236}">
                    <a16:creationId xmlns:a16="http://schemas.microsoft.com/office/drawing/2014/main" id="{89D8A231-9067-484B-85A6-B1A2D7E4E905}"/>
                  </a:ext>
                </a:extLst>
              </p:cNvPr>
              <p:cNvSpPr/>
              <p:nvPr/>
            </p:nvSpPr>
            <p:spPr>
              <a:xfrm>
                <a:off x="754380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55E552D2-CD2A-D449-BB99-96C5B4CDD19E}"/>
                  </a:ext>
                </a:extLst>
              </p:cNvPr>
              <p:cNvSpPr/>
              <p:nvPr/>
            </p:nvSpPr>
            <p:spPr>
              <a:xfrm>
                <a:off x="767468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61FFBA65-E084-8241-B00B-FE5095A3D36C}"/>
                  </a:ext>
                </a:extLst>
              </p:cNvPr>
              <p:cNvSpPr/>
              <p:nvPr/>
            </p:nvSpPr>
            <p:spPr>
              <a:xfrm>
                <a:off x="780557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7E396DF2-6955-174E-9B0D-4F5D96171AD4}"/>
                  </a:ext>
                </a:extLst>
              </p:cNvPr>
              <p:cNvSpPr/>
              <p:nvPr/>
            </p:nvSpPr>
            <p:spPr>
              <a:xfrm>
                <a:off x="793645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C38B922C-2024-DF4D-AE50-98727FB69552}"/>
                  </a:ext>
                </a:extLst>
              </p:cNvPr>
              <p:cNvSpPr/>
              <p:nvPr/>
            </p:nvSpPr>
            <p:spPr>
              <a:xfrm>
                <a:off x="8067340" y="30210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653CA02C-483C-A142-A160-F0D09AFCD5FA}"/>
                </a:ext>
              </a:extLst>
            </p:cNvPr>
            <p:cNvGrpSpPr/>
            <p:nvPr/>
          </p:nvGrpSpPr>
          <p:grpSpPr>
            <a:xfrm>
              <a:off x="7543800" y="415569"/>
              <a:ext cx="590775" cy="67236"/>
              <a:chOff x="7543800" y="416851"/>
              <a:chExt cx="590775" cy="67236"/>
            </a:xfrm>
            <a:grpFill/>
          </p:grpSpPr>
          <p:sp>
            <p:nvSpPr>
              <p:cNvPr id="138" name="Oval 137">
                <a:extLst>
                  <a:ext uri="{FF2B5EF4-FFF2-40B4-BE49-F238E27FC236}">
                    <a16:creationId xmlns:a16="http://schemas.microsoft.com/office/drawing/2014/main" id="{C011A6C2-5A12-4040-AAF8-3208C20DF989}"/>
                  </a:ext>
                </a:extLst>
              </p:cNvPr>
              <p:cNvSpPr/>
              <p:nvPr/>
            </p:nvSpPr>
            <p:spPr>
              <a:xfrm>
                <a:off x="754380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11957DA0-CE02-D646-A9F2-4F42F6EA9C25}"/>
                  </a:ext>
                </a:extLst>
              </p:cNvPr>
              <p:cNvSpPr/>
              <p:nvPr/>
            </p:nvSpPr>
            <p:spPr>
              <a:xfrm>
                <a:off x="767468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89076BD0-B02A-9A47-848C-C1A680E47C33}"/>
                  </a:ext>
                </a:extLst>
              </p:cNvPr>
              <p:cNvSpPr/>
              <p:nvPr/>
            </p:nvSpPr>
            <p:spPr>
              <a:xfrm>
                <a:off x="780557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E86EF256-BDF3-B641-A83A-9C011211D823}"/>
                  </a:ext>
                </a:extLst>
              </p:cNvPr>
              <p:cNvSpPr/>
              <p:nvPr/>
            </p:nvSpPr>
            <p:spPr>
              <a:xfrm>
                <a:off x="793645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C7F89A0E-2069-5249-99EB-7BB8FFDF5BD0}"/>
                  </a:ext>
                </a:extLst>
              </p:cNvPr>
              <p:cNvSpPr/>
              <p:nvPr/>
            </p:nvSpPr>
            <p:spPr>
              <a:xfrm>
                <a:off x="8067340" y="416851"/>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DC6DA0E6-DACF-4D42-9B6D-FEC5A7CDB9DC}"/>
                </a:ext>
              </a:extLst>
            </p:cNvPr>
            <p:cNvGrpSpPr/>
            <p:nvPr/>
          </p:nvGrpSpPr>
          <p:grpSpPr>
            <a:xfrm>
              <a:off x="7543800" y="530956"/>
              <a:ext cx="590775" cy="67236"/>
              <a:chOff x="7543800" y="531597"/>
              <a:chExt cx="590775" cy="67236"/>
            </a:xfrm>
            <a:grpFill/>
          </p:grpSpPr>
          <p:sp>
            <p:nvSpPr>
              <p:cNvPr id="133" name="Oval 132">
                <a:extLst>
                  <a:ext uri="{FF2B5EF4-FFF2-40B4-BE49-F238E27FC236}">
                    <a16:creationId xmlns:a16="http://schemas.microsoft.com/office/drawing/2014/main" id="{130A8894-5819-FB42-9034-679CCB3EF4D7}"/>
                  </a:ext>
                </a:extLst>
              </p:cNvPr>
              <p:cNvSpPr/>
              <p:nvPr/>
            </p:nvSpPr>
            <p:spPr>
              <a:xfrm>
                <a:off x="754380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91028E1-2CAF-124B-8EA8-D71FD17C8CE9}"/>
                  </a:ext>
                </a:extLst>
              </p:cNvPr>
              <p:cNvSpPr/>
              <p:nvPr/>
            </p:nvSpPr>
            <p:spPr>
              <a:xfrm>
                <a:off x="767468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8CFDA6FA-E1D2-9247-9980-DCE2BE97D7BE}"/>
                  </a:ext>
                </a:extLst>
              </p:cNvPr>
              <p:cNvSpPr/>
              <p:nvPr/>
            </p:nvSpPr>
            <p:spPr>
              <a:xfrm>
                <a:off x="780557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1B64BC2F-D226-6D44-AD18-AB853DF44B12}"/>
                  </a:ext>
                </a:extLst>
              </p:cNvPr>
              <p:cNvSpPr/>
              <p:nvPr/>
            </p:nvSpPr>
            <p:spPr>
              <a:xfrm>
                <a:off x="793645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65F2B6E2-75D3-E74B-A31F-DA40DF038E68}"/>
                  </a:ext>
                </a:extLst>
              </p:cNvPr>
              <p:cNvSpPr/>
              <p:nvPr/>
            </p:nvSpPr>
            <p:spPr>
              <a:xfrm>
                <a:off x="8067340" y="53159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D33620A5-D40E-F441-BDC3-6621046F58DC}"/>
                </a:ext>
              </a:extLst>
            </p:cNvPr>
            <p:cNvGrpSpPr/>
            <p:nvPr/>
          </p:nvGrpSpPr>
          <p:grpSpPr>
            <a:xfrm>
              <a:off x="7543800" y="646343"/>
              <a:ext cx="590775" cy="67236"/>
              <a:chOff x="7543800" y="646343"/>
              <a:chExt cx="590775" cy="67236"/>
            </a:xfrm>
            <a:grpFill/>
          </p:grpSpPr>
          <p:sp>
            <p:nvSpPr>
              <p:cNvPr id="128" name="Oval 127">
                <a:extLst>
                  <a:ext uri="{FF2B5EF4-FFF2-40B4-BE49-F238E27FC236}">
                    <a16:creationId xmlns:a16="http://schemas.microsoft.com/office/drawing/2014/main" id="{1B6A556E-CE62-5541-AD8B-7E57259F0DCC}"/>
                  </a:ext>
                </a:extLst>
              </p:cNvPr>
              <p:cNvSpPr/>
              <p:nvPr/>
            </p:nvSpPr>
            <p:spPr>
              <a:xfrm>
                <a:off x="754380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8A26C7EF-64FA-7940-AA35-18D18CA96103}"/>
                  </a:ext>
                </a:extLst>
              </p:cNvPr>
              <p:cNvSpPr/>
              <p:nvPr/>
            </p:nvSpPr>
            <p:spPr>
              <a:xfrm>
                <a:off x="767468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31924F18-0980-3141-8E51-D9F4B4623F20}"/>
                  </a:ext>
                </a:extLst>
              </p:cNvPr>
              <p:cNvSpPr/>
              <p:nvPr/>
            </p:nvSpPr>
            <p:spPr>
              <a:xfrm>
                <a:off x="780557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708C4583-68A7-9449-8688-C4A56CF05A04}"/>
                  </a:ext>
                </a:extLst>
              </p:cNvPr>
              <p:cNvSpPr/>
              <p:nvPr/>
            </p:nvSpPr>
            <p:spPr>
              <a:xfrm>
                <a:off x="793645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F9D2C0E3-473B-8A47-B4A1-95C8BC56DC38}"/>
                  </a:ext>
                </a:extLst>
              </p:cNvPr>
              <p:cNvSpPr/>
              <p:nvPr/>
            </p:nvSpPr>
            <p:spPr>
              <a:xfrm>
                <a:off x="8067340" y="64634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 name="Group 101">
            <a:extLst>
              <a:ext uri="{FF2B5EF4-FFF2-40B4-BE49-F238E27FC236}">
                <a16:creationId xmlns:a16="http://schemas.microsoft.com/office/drawing/2014/main" id="{3D05E947-8AB9-9741-9517-0102689D99D1}"/>
              </a:ext>
            </a:extLst>
          </p:cNvPr>
          <p:cNvGrpSpPr/>
          <p:nvPr userDrawn="1"/>
        </p:nvGrpSpPr>
        <p:grpSpPr>
          <a:xfrm>
            <a:off x="10823072" y="5615760"/>
            <a:ext cx="1106020" cy="1020295"/>
            <a:chOff x="7570694" y="-1223682"/>
            <a:chExt cx="1106020" cy="1020295"/>
          </a:xfrm>
        </p:grpSpPr>
        <p:sp>
          <p:nvSpPr>
            <p:cNvPr id="103" name="Oval 102">
              <a:extLst>
                <a:ext uri="{FF2B5EF4-FFF2-40B4-BE49-F238E27FC236}">
                  <a16:creationId xmlns:a16="http://schemas.microsoft.com/office/drawing/2014/main" id="{3AA7A149-49E4-9949-8754-19AB21BA0381}"/>
                </a:ext>
              </a:extLst>
            </p:cNvPr>
            <p:cNvSpPr/>
            <p:nvPr/>
          </p:nvSpPr>
          <p:spPr>
            <a:xfrm>
              <a:off x="7570694" y="-122368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23C6158D-1E84-B542-A83C-B42E1BE057C2}"/>
                </a:ext>
              </a:extLst>
            </p:cNvPr>
            <p:cNvSpPr/>
            <p:nvPr/>
          </p:nvSpPr>
          <p:spPr>
            <a:xfrm>
              <a:off x="7894544" y="-122368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24A6206E-54DA-FA43-A2CB-327439C8752D}"/>
                </a:ext>
              </a:extLst>
            </p:cNvPr>
            <p:cNvSpPr/>
            <p:nvPr/>
          </p:nvSpPr>
          <p:spPr>
            <a:xfrm>
              <a:off x="8218394" y="-122368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2DEFDC1A-BC73-0C43-8B70-EC38D846A51E}"/>
                </a:ext>
              </a:extLst>
            </p:cNvPr>
            <p:cNvSpPr/>
            <p:nvPr/>
          </p:nvSpPr>
          <p:spPr>
            <a:xfrm>
              <a:off x="8542244" y="-122368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28CAF4A-E516-514E-A3AD-57893C50F732}"/>
                </a:ext>
              </a:extLst>
            </p:cNvPr>
            <p:cNvSpPr/>
            <p:nvPr/>
          </p:nvSpPr>
          <p:spPr>
            <a:xfrm>
              <a:off x="7570694" y="-92840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DF3127E8-DCF2-4F4A-86FF-62F50A9755B1}"/>
                </a:ext>
              </a:extLst>
            </p:cNvPr>
            <p:cNvSpPr/>
            <p:nvPr/>
          </p:nvSpPr>
          <p:spPr>
            <a:xfrm>
              <a:off x="7894544" y="-92840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87C55ED-2AE3-AC46-8ECD-024FA1F38A3F}"/>
                </a:ext>
              </a:extLst>
            </p:cNvPr>
            <p:cNvSpPr/>
            <p:nvPr/>
          </p:nvSpPr>
          <p:spPr>
            <a:xfrm>
              <a:off x="8218394" y="-92840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6AA446C4-1C5A-5F45-9860-89832F2DDD79}"/>
                </a:ext>
              </a:extLst>
            </p:cNvPr>
            <p:cNvSpPr/>
            <p:nvPr/>
          </p:nvSpPr>
          <p:spPr>
            <a:xfrm>
              <a:off x="8542244" y="-92840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E9923AA8-08C4-7C4F-893E-9F2501E34753}"/>
                </a:ext>
              </a:extLst>
            </p:cNvPr>
            <p:cNvSpPr/>
            <p:nvPr/>
          </p:nvSpPr>
          <p:spPr>
            <a:xfrm>
              <a:off x="7570694" y="-63313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6E9AE47D-045E-FE48-83FA-F8B7EFE2F80C}"/>
                </a:ext>
              </a:extLst>
            </p:cNvPr>
            <p:cNvSpPr/>
            <p:nvPr/>
          </p:nvSpPr>
          <p:spPr>
            <a:xfrm>
              <a:off x="7894544" y="-63313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916D4805-4ED4-D54B-A802-8051757D25F9}"/>
                </a:ext>
              </a:extLst>
            </p:cNvPr>
            <p:cNvSpPr/>
            <p:nvPr/>
          </p:nvSpPr>
          <p:spPr>
            <a:xfrm>
              <a:off x="8218394" y="-63313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C4119405-72E8-4443-B6A0-29BC4DCF0751}"/>
                </a:ext>
              </a:extLst>
            </p:cNvPr>
            <p:cNvSpPr/>
            <p:nvPr/>
          </p:nvSpPr>
          <p:spPr>
            <a:xfrm>
              <a:off x="8542244" y="-633132"/>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9A8B504D-1F3D-0D49-9444-C067B71D840F}"/>
                </a:ext>
              </a:extLst>
            </p:cNvPr>
            <p:cNvSpPr/>
            <p:nvPr/>
          </p:nvSpPr>
          <p:spPr>
            <a:xfrm>
              <a:off x="7570694" y="-33785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ABB02D81-DBEC-8548-8273-91D6154FCD45}"/>
                </a:ext>
              </a:extLst>
            </p:cNvPr>
            <p:cNvSpPr/>
            <p:nvPr/>
          </p:nvSpPr>
          <p:spPr>
            <a:xfrm>
              <a:off x="7894544" y="-33785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D0067C0-D924-6442-954A-F5AA2203392A}"/>
                </a:ext>
              </a:extLst>
            </p:cNvPr>
            <p:cNvSpPr/>
            <p:nvPr/>
          </p:nvSpPr>
          <p:spPr>
            <a:xfrm>
              <a:off x="8218394" y="-33785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05AC442E-A509-C443-92FC-2BF058EFE810}"/>
                </a:ext>
              </a:extLst>
            </p:cNvPr>
            <p:cNvSpPr/>
            <p:nvPr/>
          </p:nvSpPr>
          <p:spPr>
            <a:xfrm>
              <a:off x="8542244" y="-337857"/>
              <a:ext cx="134470" cy="1344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Picture Placeholder 4">
            <a:extLst>
              <a:ext uri="{FF2B5EF4-FFF2-40B4-BE49-F238E27FC236}">
                <a16:creationId xmlns:a16="http://schemas.microsoft.com/office/drawing/2014/main" id="{AF85B8A9-9033-624D-9EA8-83413BD18387}"/>
              </a:ext>
            </a:extLst>
          </p:cNvPr>
          <p:cNvSpPr>
            <a:spLocks noGrp="1"/>
          </p:cNvSpPr>
          <p:nvPr userDrawn="1">
            <p:ph type="pic" sz="quarter" idx="12" hasCustomPrompt="1"/>
          </p:nvPr>
        </p:nvSpPr>
        <p:spPr>
          <a:xfrm>
            <a:off x="6568372" y="1389901"/>
            <a:ext cx="5629077" cy="3996582"/>
          </a:xfrm>
        </p:spPr>
        <p:txBody>
          <a:bodyPr anchor="ctr"/>
          <a:lstStyle>
            <a:lvl1pPr algn="ctr">
              <a:buNone/>
              <a:defRPr>
                <a:solidFill>
                  <a:schemeClr val="bg1"/>
                </a:solidFill>
              </a:defRPr>
            </a:lvl1pPr>
          </a:lstStyle>
          <a:p>
            <a:r>
              <a:rPr lang="en-US" dirty="0"/>
              <a:t>Main Slide Deck Photo</a:t>
            </a:r>
          </a:p>
        </p:txBody>
      </p:sp>
    </p:spTree>
    <p:extLst>
      <p:ext uri="{BB962C8B-B14F-4D97-AF65-F5344CB8AC3E}">
        <p14:creationId xmlns:p14="http://schemas.microsoft.com/office/powerpoint/2010/main" val="151211443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2"/>
        </a:solidFill>
        <a:effectLst/>
      </p:bgPr>
    </p:bg>
    <p:spTree>
      <p:nvGrpSpPr>
        <p:cNvPr id="1" name=""/>
        <p:cNvGrpSpPr/>
        <p:nvPr/>
      </p:nvGrpSpPr>
      <p:grpSpPr>
        <a:xfrm>
          <a:off x="0" y="0"/>
          <a:ext cx="0" cy="0"/>
          <a:chOff x="0" y="0"/>
          <a:chExt cx="0" cy="0"/>
        </a:xfrm>
      </p:grpSpPr>
      <p:cxnSp>
        <p:nvCxnSpPr>
          <p:cNvPr id="82" name="Straight Connector 81">
            <a:extLst>
              <a:ext uri="{FF2B5EF4-FFF2-40B4-BE49-F238E27FC236}">
                <a16:creationId xmlns:a16="http://schemas.microsoft.com/office/drawing/2014/main" id="{265F1211-8698-3A44-97D0-23FFBC8D1626}"/>
              </a:ext>
            </a:extLst>
          </p:cNvPr>
          <p:cNvCxnSpPr>
            <a:cxnSpLocks/>
          </p:cNvCxnSpPr>
          <p:nvPr userDrawn="1"/>
        </p:nvCxnSpPr>
        <p:spPr>
          <a:xfrm>
            <a:off x="405141" y="580026"/>
            <a:ext cx="0" cy="5934165"/>
          </a:xfrm>
          <a:prstGeom prst="line">
            <a:avLst/>
          </a:prstGeom>
          <a:ln w="1270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0628565E-941C-9D43-9F37-0C50EE4F21C0}"/>
              </a:ext>
            </a:extLst>
          </p:cNvPr>
          <p:cNvGrpSpPr/>
          <p:nvPr userDrawn="1"/>
        </p:nvGrpSpPr>
        <p:grpSpPr>
          <a:xfrm>
            <a:off x="1368928" y="912200"/>
            <a:ext cx="274320" cy="212725"/>
            <a:chOff x="11343190" y="687636"/>
            <a:chExt cx="274320" cy="212725"/>
          </a:xfrm>
        </p:grpSpPr>
        <p:cxnSp>
          <p:nvCxnSpPr>
            <p:cNvPr id="84" name="Straight Connector 83">
              <a:extLst>
                <a:ext uri="{FF2B5EF4-FFF2-40B4-BE49-F238E27FC236}">
                  <a16:creationId xmlns:a16="http://schemas.microsoft.com/office/drawing/2014/main" id="{3BAEB5BD-4F80-BA48-9E5E-C9C6140F63B5}"/>
                </a:ext>
              </a:extLst>
            </p:cNvPr>
            <p:cNvCxnSpPr/>
            <p:nvPr/>
          </p:nvCxnSpPr>
          <p:spPr>
            <a:xfrm>
              <a:off x="11343190" y="687636"/>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F2C89BD-10AF-DC46-B4C1-68FFB539C8F4}"/>
                </a:ext>
              </a:extLst>
            </p:cNvPr>
            <p:cNvCxnSpPr/>
            <p:nvPr/>
          </p:nvCxnSpPr>
          <p:spPr>
            <a:xfrm>
              <a:off x="11343190" y="758544"/>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152ABD6-B53A-0144-BEA6-919C107009D1}"/>
                </a:ext>
              </a:extLst>
            </p:cNvPr>
            <p:cNvCxnSpPr/>
            <p:nvPr/>
          </p:nvCxnSpPr>
          <p:spPr>
            <a:xfrm>
              <a:off x="11343190" y="829452"/>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8195993-2A82-4C42-87F5-C1BA3C20B247}"/>
                </a:ext>
              </a:extLst>
            </p:cNvPr>
            <p:cNvCxnSpPr/>
            <p:nvPr/>
          </p:nvCxnSpPr>
          <p:spPr>
            <a:xfrm>
              <a:off x="11343190" y="900361"/>
              <a:ext cx="274320" cy="0"/>
            </a:xfrm>
            <a:prstGeom prst="line">
              <a:avLst/>
            </a:prstGeom>
            <a:ln w="2222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71E40D0A-2301-0947-B931-2A1AB2B5AE7E}"/>
              </a:ext>
            </a:extLst>
          </p:cNvPr>
          <p:cNvGrpSpPr/>
          <p:nvPr userDrawn="1"/>
        </p:nvGrpSpPr>
        <p:grpSpPr>
          <a:xfrm>
            <a:off x="5683925" y="5745849"/>
            <a:ext cx="3910389" cy="288432"/>
            <a:chOff x="7584141" y="1424618"/>
            <a:chExt cx="3910389" cy="288432"/>
          </a:xfrm>
        </p:grpSpPr>
        <p:cxnSp>
          <p:nvCxnSpPr>
            <p:cNvPr id="95" name="Straight Connector 94">
              <a:extLst>
                <a:ext uri="{FF2B5EF4-FFF2-40B4-BE49-F238E27FC236}">
                  <a16:creationId xmlns:a16="http://schemas.microsoft.com/office/drawing/2014/main" id="{E90BFED6-8FB3-A547-BC81-DBC31025A546}"/>
                </a:ext>
              </a:extLst>
            </p:cNvPr>
            <p:cNvCxnSpPr>
              <a:cxnSpLocks/>
            </p:cNvCxnSpPr>
            <p:nvPr/>
          </p:nvCxnSpPr>
          <p:spPr>
            <a:xfrm flipV="1">
              <a:off x="7584141"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57E7BC9-C981-1648-8E86-B4CAB1CAB080}"/>
                </a:ext>
              </a:extLst>
            </p:cNvPr>
            <p:cNvCxnSpPr>
              <a:cxnSpLocks/>
            </p:cNvCxnSpPr>
            <p:nvPr/>
          </p:nvCxnSpPr>
          <p:spPr>
            <a:xfrm flipV="1">
              <a:off x="7913410"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707A3525-5818-6343-9DD0-977945DD8CB8}"/>
                </a:ext>
              </a:extLst>
            </p:cNvPr>
            <p:cNvCxnSpPr>
              <a:cxnSpLocks/>
            </p:cNvCxnSpPr>
            <p:nvPr/>
          </p:nvCxnSpPr>
          <p:spPr>
            <a:xfrm flipV="1">
              <a:off x="8242679"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9B746CF-5E80-5844-8BD9-C82FFE1D8F37}"/>
                </a:ext>
              </a:extLst>
            </p:cNvPr>
            <p:cNvCxnSpPr>
              <a:cxnSpLocks/>
            </p:cNvCxnSpPr>
            <p:nvPr/>
          </p:nvCxnSpPr>
          <p:spPr>
            <a:xfrm flipV="1">
              <a:off x="8571948"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59EACF3-E25A-024B-81E0-FDBE32D83D3A}"/>
                </a:ext>
              </a:extLst>
            </p:cNvPr>
            <p:cNvCxnSpPr>
              <a:cxnSpLocks/>
            </p:cNvCxnSpPr>
            <p:nvPr/>
          </p:nvCxnSpPr>
          <p:spPr>
            <a:xfrm flipV="1">
              <a:off x="8901217"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0DEC351-F79D-3948-9918-B48CD008591E}"/>
                </a:ext>
              </a:extLst>
            </p:cNvPr>
            <p:cNvCxnSpPr>
              <a:cxnSpLocks/>
            </p:cNvCxnSpPr>
            <p:nvPr/>
          </p:nvCxnSpPr>
          <p:spPr>
            <a:xfrm flipV="1">
              <a:off x="9230486"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E6FB975-E6DB-F549-8B78-6F0B630E1C82}"/>
                </a:ext>
              </a:extLst>
            </p:cNvPr>
            <p:cNvCxnSpPr>
              <a:cxnSpLocks/>
            </p:cNvCxnSpPr>
            <p:nvPr/>
          </p:nvCxnSpPr>
          <p:spPr>
            <a:xfrm flipV="1">
              <a:off x="9559755"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BF1F6CE-3021-7941-A973-3BF137EBBF59}"/>
                </a:ext>
              </a:extLst>
            </p:cNvPr>
            <p:cNvCxnSpPr>
              <a:cxnSpLocks/>
            </p:cNvCxnSpPr>
            <p:nvPr/>
          </p:nvCxnSpPr>
          <p:spPr>
            <a:xfrm flipV="1">
              <a:off x="9889024"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934984BF-A22C-374F-B942-F0C0C7F277D8}"/>
                </a:ext>
              </a:extLst>
            </p:cNvPr>
            <p:cNvCxnSpPr>
              <a:cxnSpLocks/>
            </p:cNvCxnSpPr>
            <p:nvPr/>
          </p:nvCxnSpPr>
          <p:spPr>
            <a:xfrm flipV="1">
              <a:off x="10218293"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62F7B56-AA53-244B-89DF-4D53C2B94BC9}"/>
                </a:ext>
              </a:extLst>
            </p:cNvPr>
            <p:cNvCxnSpPr>
              <a:cxnSpLocks/>
            </p:cNvCxnSpPr>
            <p:nvPr/>
          </p:nvCxnSpPr>
          <p:spPr>
            <a:xfrm flipV="1">
              <a:off x="10547562"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BB1062C7-E818-9146-B854-9AEFFD7862D1}"/>
                </a:ext>
              </a:extLst>
            </p:cNvPr>
            <p:cNvCxnSpPr>
              <a:cxnSpLocks/>
            </p:cNvCxnSpPr>
            <p:nvPr/>
          </p:nvCxnSpPr>
          <p:spPr>
            <a:xfrm flipV="1">
              <a:off x="10876831"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FACC81E7-15E4-974D-AC32-890746A38339}"/>
                </a:ext>
              </a:extLst>
            </p:cNvPr>
            <p:cNvCxnSpPr>
              <a:cxnSpLocks/>
            </p:cNvCxnSpPr>
            <p:nvPr/>
          </p:nvCxnSpPr>
          <p:spPr>
            <a:xfrm flipV="1">
              <a:off x="11206098" y="1424618"/>
              <a:ext cx="288432" cy="288432"/>
            </a:xfrm>
            <a:prstGeom prst="line">
              <a:avLst/>
            </a:prstGeom>
            <a:ln w="101600" cap="rnd">
              <a:solidFill>
                <a:schemeClr val="tx2">
                  <a:lumMod val="50000"/>
                  <a:lumOff val="50000"/>
                  <a:alpha val="15000"/>
                </a:schemeClr>
              </a:solidFill>
            </a:ln>
          </p:spPr>
          <p:style>
            <a:lnRef idx="1">
              <a:schemeClr val="accent1"/>
            </a:lnRef>
            <a:fillRef idx="0">
              <a:schemeClr val="accent1"/>
            </a:fillRef>
            <a:effectRef idx="0">
              <a:schemeClr val="accent1"/>
            </a:effectRef>
            <a:fontRef idx="minor">
              <a:schemeClr val="tx1"/>
            </a:fontRef>
          </p:style>
        </p:cxnSp>
      </p:grpSp>
      <p:sp>
        <p:nvSpPr>
          <p:cNvPr id="179" name="Title 1">
            <a:extLst>
              <a:ext uri="{FF2B5EF4-FFF2-40B4-BE49-F238E27FC236}">
                <a16:creationId xmlns:a16="http://schemas.microsoft.com/office/drawing/2014/main" id="{4ABF823B-5972-8C46-BE31-3BCDD8C4CD81}"/>
              </a:ext>
            </a:extLst>
          </p:cNvPr>
          <p:cNvSpPr>
            <a:spLocks noGrp="1"/>
          </p:cNvSpPr>
          <p:nvPr>
            <p:ph type="ctrTitle" hasCustomPrompt="1"/>
          </p:nvPr>
        </p:nvSpPr>
        <p:spPr>
          <a:xfrm>
            <a:off x="1355318" y="3429000"/>
            <a:ext cx="10262721" cy="1099212"/>
          </a:xfrm>
        </p:spPr>
        <p:txBody>
          <a:bodyPr anchor="t"/>
          <a:lstStyle>
            <a:lvl1pPr algn="l">
              <a:lnSpc>
                <a:spcPct val="80000"/>
              </a:lnSpc>
              <a:defRPr sz="4400">
                <a:solidFill>
                  <a:schemeClr val="bg1"/>
                </a:solidFill>
              </a:defRPr>
            </a:lvl1pPr>
          </a:lstStyle>
          <a:p>
            <a:r>
              <a:rPr lang="en-US" dirty="0"/>
              <a:t>Click to Edit Section Title Slide</a:t>
            </a:r>
          </a:p>
        </p:txBody>
      </p:sp>
    </p:spTree>
    <p:extLst>
      <p:ext uri="{BB962C8B-B14F-4D97-AF65-F5344CB8AC3E}">
        <p14:creationId xmlns:p14="http://schemas.microsoft.com/office/powerpoint/2010/main" val="399743715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 on the Righ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CF1D458-D634-BC49-B5AD-B81F54D6E388}"/>
              </a:ext>
            </a:extLst>
          </p:cNvPr>
          <p:cNvGrpSpPr/>
          <p:nvPr userDrawn="1"/>
        </p:nvGrpSpPr>
        <p:grpSpPr>
          <a:xfrm>
            <a:off x="488347" y="633791"/>
            <a:ext cx="175450" cy="136055"/>
            <a:chOff x="11343190" y="687636"/>
            <a:chExt cx="274320" cy="212725"/>
          </a:xfrm>
        </p:grpSpPr>
        <p:cxnSp>
          <p:nvCxnSpPr>
            <p:cNvPr id="9" name="Straight Connector 8">
              <a:extLst>
                <a:ext uri="{FF2B5EF4-FFF2-40B4-BE49-F238E27FC236}">
                  <a16:creationId xmlns:a16="http://schemas.microsoft.com/office/drawing/2014/main" id="{D398ECBF-783D-124F-A764-236EEB0DC6A0}"/>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725DF0-2BCF-8249-AAC5-78F7F594315F}"/>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9B61B6-9BDB-FB44-B378-F96AFB860B19}"/>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56B7EE8-1931-C649-B12A-9B07F0D0D25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B5C67885-D7EC-F54D-9FA7-B74104BB22BA}"/>
              </a:ext>
            </a:extLst>
          </p:cNvPr>
          <p:cNvCxnSpPr>
            <a:cxnSpLocks/>
          </p:cNvCxnSpPr>
          <p:nvPr userDrawn="1"/>
        </p:nvCxnSpPr>
        <p:spPr>
          <a:xfrm>
            <a:off x="576072" y="914400"/>
            <a:ext cx="0" cy="5029200"/>
          </a:xfrm>
          <a:prstGeom prst="line">
            <a:avLst/>
          </a:prstGeom>
          <a:ln w="127000">
            <a:gradFill>
              <a:gsLst>
                <a:gs pos="0">
                  <a:schemeClr val="accent2"/>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CCE3AB95-4D16-4E4C-9676-FA59758CF6CE}"/>
              </a:ext>
            </a:extLst>
          </p:cNvPr>
          <p:cNvSpPr>
            <a:spLocks noGrp="1"/>
          </p:cNvSpPr>
          <p:nvPr>
            <p:ph type="pic" sz="quarter" idx="10" hasCustomPrompt="1"/>
          </p:nvPr>
        </p:nvSpPr>
        <p:spPr>
          <a:xfrm>
            <a:off x="7621118" y="-1"/>
            <a:ext cx="4570882" cy="6857991"/>
          </a:xfrm>
        </p:spPr>
        <p:txBody>
          <a:bodyPr anchor="ctr"/>
          <a:lstStyle>
            <a:lvl1pPr algn="ctr">
              <a:buNone/>
              <a:defRPr/>
            </a:lvl1pPr>
          </a:lstStyle>
          <a:p>
            <a:r>
              <a:rPr lang="en-US" dirty="0"/>
              <a:t>Insert Image</a:t>
            </a:r>
          </a:p>
        </p:txBody>
      </p:sp>
      <p:sp>
        <p:nvSpPr>
          <p:cNvPr id="18" name="Title 1">
            <a:extLst>
              <a:ext uri="{FF2B5EF4-FFF2-40B4-BE49-F238E27FC236}">
                <a16:creationId xmlns:a16="http://schemas.microsoft.com/office/drawing/2014/main" id="{64159A85-EC93-5D4D-82FC-24AD8E402843}"/>
              </a:ext>
            </a:extLst>
          </p:cNvPr>
          <p:cNvSpPr>
            <a:spLocks noGrp="1"/>
          </p:cNvSpPr>
          <p:nvPr>
            <p:ph type="title" hasCustomPrompt="1"/>
          </p:nvPr>
        </p:nvSpPr>
        <p:spPr>
          <a:xfrm>
            <a:off x="1143000" y="640080"/>
            <a:ext cx="5741877" cy="443198"/>
          </a:xfrm>
        </p:spPr>
        <p:txBody>
          <a:bodyPr/>
          <a:lstStyle/>
          <a:p>
            <a:r>
              <a:rPr lang="en-US" dirty="0"/>
              <a:t>Click to add one-line slide title</a:t>
            </a:r>
          </a:p>
        </p:txBody>
      </p:sp>
      <p:sp>
        <p:nvSpPr>
          <p:cNvPr id="19" name="Content Placeholder 2">
            <a:extLst>
              <a:ext uri="{FF2B5EF4-FFF2-40B4-BE49-F238E27FC236}">
                <a16:creationId xmlns:a16="http://schemas.microsoft.com/office/drawing/2014/main" id="{3DF472A4-DD22-6C47-A288-347E17979151}"/>
              </a:ext>
            </a:extLst>
          </p:cNvPr>
          <p:cNvSpPr>
            <a:spLocks noGrp="1"/>
          </p:cNvSpPr>
          <p:nvPr>
            <p:ph idx="1" hasCustomPrompt="1"/>
          </p:nvPr>
        </p:nvSpPr>
        <p:spPr>
          <a:xfrm>
            <a:off x="1143000" y="1188720"/>
            <a:ext cx="5741881" cy="221599"/>
          </a:xfrm>
        </p:spPr>
        <p:txBody>
          <a:bodyPr/>
          <a:lstStyle>
            <a:lvl1pPr marL="0" indent="0">
              <a:spcBef>
                <a:spcPts val="0"/>
              </a:spcBef>
              <a:spcAft>
                <a:spcPts val="600"/>
              </a:spcAft>
              <a:buNone/>
              <a:defRPr/>
            </a:lvl1pPr>
            <a:lvl2pPr indent="0">
              <a:spcAft>
                <a:spcPts val="600"/>
              </a:spcAft>
              <a:defRPr/>
            </a:lvl2pPr>
            <a:lvl3pPr indent="0">
              <a:spcAft>
                <a:spcPts val="600"/>
              </a:spcAft>
              <a:buFont typeface="System Font Regular"/>
              <a:buChar char="-"/>
              <a:defRPr/>
            </a:lvl3pPr>
          </a:lstStyle>
          <a:p>
            <a:pPr lvl="0"/>
            <a:r>
              <a:rPr lang="en-US" dirty="0"/>
              <a:t>Click to enter slide text</a:t>
            </a:r>
          </a:p>
        </p:txBody>
      </p:sp>
      <p:sp>
        <p:nvSpPr>
          <p:cNvPr id="2" name="TextBox 1">
            <a:extLst>
              <a:ext uri="{FF2B5EF4-FFF2-40B4-BE49-F238E27FC236}">
                <a16:creationId xmlns:a16="http://schemas.microsoft.com/office/drawing/2014/main" id="{E7F8BE03-5E28-94EE-93D3-A03C36E20E19}"/>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657387946"/>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on th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8788" y="640080"/>
            <a:ext cx="5741890" cy="799450"/>
          </a:xfrm>
        </p:spPr>
        <p:txBody>
          <a:bodyPr/>
          <a:lstStyle>
            <a:lvl1pPr>
              <a:lnSpc>
                <a:spcPct val="80000"/>
              </a:lnSpc>
              <a:defRPr/>
            </a:lvl1pPr>
          </a:lstStyle>
          <a:p>
            <a:r>
              <a:rPr lang="en-US" dirty="0"/>
              <a:t>Click to add a slide title. Can be two lines if needed.</a:t>
            </a:r>
          </a:p>
        </p:txBody>
      </p:sp>
      <p:grpSp>
        <p:nvGrpSpPr>
          <p:cNvPr id="8" name="Group 7">
            <a:extLst>
              <a:ext uri="{FF2B5EF4-FFF2-40B4-BE49-F238E27FC236}">
                <a16:creationId xmlns:a16="http://schemas.microsoft.com/office/drawing/2014/main" id="{DCF1D458-D634-BC49-B5AD-B81F54D6E388}"/>
              </a:ext>
            </a:extLst>
          </p:cNvPr>
          <p:cNvGrpSpPr/>
          <p:nvPr userDrawn="1"/>
        </p:nvGrpSpPr>
        <p:grpSpPr>
          <a:xfrm>
            <a:off x="5114135" y="633791"/>
            <a:ext cx="175450" cy="136055"/>
            <a:chOff x="11343190" y="687636"/>
            <a:chExt cx="274320" cy="212725"/>
          </a:xfrm>
        </p:grpSpPr>
        <p:cxnSp>
          <p:nvCxnSpPr>
            <p:cNvPr id="9" name="Straight Connector 8">
              <a:extLst>
                <a:ext uri="{FF2B5EF4-FFF2-40B4-BE49-F238E27FC236}">
                  <a16:creationId xmlns:a16="http://schemas.microsoft.com/office/drawing/2014/main" id="{D398ECBF-783D-124F-A764-236EEB0DC6A0}"/>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725DF0-2BCF-8249-AAC5-78F7F594315F}"/>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9B61B6-9BDB-FB44-B378-F96AFB860B19}"/>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56B7EE8-1931-C649-B12A-9B07F0D0D25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B5C67885-D7EC-F54D-9FA7-B74104BB22BA}"/>
              </a:ext>
            </a:extLst>
          </p:cNvPr>
          <p:cNvCxnSpPr>
            <a:cxnSpLocks/>
          </p:cNvCxnSpPr>
          <p:nvPr userDrawn="1"/>
        </p:nvCxnSpPr>
        <p:spPr>
          <a:xfrm>
            <a:off x="5201860" y="914400"/>
            <a:ext cx="0" cy="5029200"/>
          </a:xfrm>
          <a:prstGeom prst="line">
            <a:avLst/>
          </a:prstGeom>
          <a:ln w="127000">
            <a:gradFill>
              <a:gsLst>
                <a:gs pos="0">
                  <a:schemeClr val="accent2"/>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CCE3AB95-4D16-4E4C-9676-FA59758CF6CE}"/>
              </a:ext>
            </a:extLst>
          </p:cNvPr>
          <p:cNvSpPr>
            <a:spLocks noGrp="1"/>
          </p:cNvSpPr>
          <p:nvPr>
            <p:ph type="pic" sz="quarter" idx="10" hasCustomPrompt="1"/>
          </p:nvPr>
        </p:nvSpPr>
        <p:spPr>
          <a:xfrm>
            <a:off x="0" y="-1"/>
            <a:ext cx="4570882" cy="6857991"/>
          </a:xfrm>
        </p:spPr>
        <p:txBody>
          <a:bodyPr anchor="ctr"/>
          <a:lstStyle>
            <a:lvl1pPr algn="ctr">
              <a:buNone/>
              <a:defRPr/>
            </a:lvl1pPr>
          </a:lstStyle>
          <a:p>
            <a:r>
              <a:rPr lang="en-US" dirty="0"/>
              <a:t>Insert Image</a:t>
            </a:r>
          </a:p>
        </p:txBody>
      </p:sp>
      <p:sp>
        <p:nvSpPr>
          <p:cNvPr id="16" name="Content Placeholder 2">
            <a:extLst>
              <a:ext uri="{FF2B5EF4-FFF2-40B4-BE49-F238E27FC236}">
                <a16:creationId xmlns:a16="http://schemas.microsoft.com/office/drawing/2014/main" id="{FDCA9D59-E772-EB4E-ABE6-F3108BA6D15B}"/>
              </a:ext>
            </a:extLst>
          </p:cNvPr>
          <p:cNvSpPr>
            <a:spLocks noGrp="1"/>
          </p:cNvSpPr>
          <p:nvPr>
            <p:ph idx="1" hasCustomPrompt="1"/>
          </p:nvPr>
        </p:nvSpPr>
        <p:spPr>
          <a:xfrm>
            <a:off x="5768787" y="1554480"/>
            <a:ext cx="5741881" cy="221599"/>
          </a:xfrm>
        </p:spPr>
        <p:txBody>
          <a:bodyPr/>
          <a:lstStyle>
            <a:lvl1pPr marL="0" indent="0">
              <a:spcBef>
                <a:spcPts val="0"/>
              </a:spcBef>
              <a:spcAft>
                <a:spcPts val="600"/>
              </a:spcAft>
              <a:buNone/>
              <a:defRPr/>
            </a:lvl1pPr>
            <a:lvl2pPr indent="0">
              <a:spcAft>
                <a:spcPts val="600"/>
              </a:spcAft>
              <a:defRPr/>
            </a:lvl2pPr>
            <a:lvl3pPr indent="0">
              <a:spcAft>
                <a:spcPts val="600"/>
              </a:spcAft>
              <a:buFont typeface="System Font Regular"/>
              <a:buChar char="-"/>
              <a:defRPr/>
            </a:lvl3pPr>
          </a:lstStyle>
          <a:p>
            <a:pPr lvl="0"/>
            <a:r>
              <a:rPr lang="en-US" dirty="0"/>
              <a:t>Click to enter slide text</a:t>
            </a:r>
          </a:p>
        </p:txBody>
      </p:sp>
      <p:sp>
        <p:nvSpPr>
          <p:cNvPr id="3" name="TextBox 2">
            <a:extLst>
              <a:ext uri="{FF2B5EF4-FFF2-40B4-BE49-F238E27FC236}">
                <a16:creationId xmlns:a16="http://schemas.microsoft.com/office/drawing/2014/main" id="{4A449510-C63A-9401-42E5-1AF0B119C4A0}"/>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61427165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No Set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43000" y="640080"/>
            <a:ext cx="10515600" cy="443198"/>
          </a:xfrm>
        </p:spPr>
        <p:txBody>
          <a:bodyPr/>
          <a:lstStyle/>
          <a:p>
            <a:r>
              <a:rPr lang="en-US" dirty="0"/>
              <a:t>Click to add one-line slide title</a:t>
            </a:r>
          </a:p>
        </p:txBody>
      </p:sp>
      <p:grpSp>
        <p:nvGrpSpPr>
          <p:cNvPr id="8" name="Group 7">
            <a:extLst>
              <a:ext uri="{FF2B5EF4-FFF2-40B4-BE49-F238E27FC236}">
                <a16:creationId xmlns:a16="http://schemas.microsoft.com/office/drawing/2014/main" id="{DCF1D458-D634-BC49-B5AD-B81F54D6E388}"/>
              </a:ext>
            </a:extLst>
          </p:cNvPr>
          <p:cNvGrpSpPr/>
          <p:nvPr userDrawn="1"/>
        </p:nvGrpSpPr>
        <p:grpSpPr>
          <a:xfrm>
            <a:off x="488347" y="633791"/>
            <a:ext cx="175450" cy="136055"/>
            <a:chOff x="11343190" y="687636"/>
            <a:chExt cx="274320" cy="212725"/>
          </a:xfrm>
        </p:grpSpPr>
        <p:cxnSp>
          <p:nvCxnSpPr>
            <p:cNvPr id="9" name="Straight Connector 8">
              <a:extLst>
                <a:ext uri="{FF2B5EF4-FFF2-40B4-BE49-F238E27FC236}">
                  <a16:creationId xmlns:a16="http://schemas.microsoft.com/office/drawing/2014/main" id="{D398ECBF-783D-124F-A764-236EEB0DC6A0}"/>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725DF0-2BCF-8249-AAC5-78F7F594315F}"/>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9B61B6-9BDB-FB44-B378-F96AFB860B19}"/>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56B7EE8-1931-C649-B12A-9B07F0D0D25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B5C67885-D7EC-F54D-9FA7-B74104BB22BA}"/>
              </a:ext>
            </a:extLst>
          </p:cNvPr>
          <p:cNvCxnSpPr>
            <a:cxnSpLocks/>
          </p:cNvCxnSpPr>
          <p:nvPr userDrawn="1"/>
        </p:nvCxnSpPr>
        <p:spPr>
          <a:xfrm>
            <a:off x="576072" y="914400"/>
            <a:ext cx="0" cy="5325035"/>
          </a:xfrm>
          <a:prstGeom prst="line">
            <a:avLst/>
          </a:prstGeom>
          <a:ln w="127000">
            <a:gradFill>
              <a:gsLst>
                <a:gs pos="0">
                  <a:schemeClr val="accent2"/>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927F2857-5BDD-1A41-9B67-E94719B8A627}"/>
              </a:ext>
            </a:extLst>
          </p:cNvPr>
          <p:cNvSpPr>
            <a:spLocks noGrp="1"/>
          </p:cNvSpPr>
          <p:nvPr>
            <p:ph idx="1" hasCustomPrompt="1"/>
          </p:nvPr>
        </p:nvSpPr>
        <p:spPr>
          <a:xfrm>
            <a:off x="1143000" y="1188720"/>
            <a:ext cx="5741881" cy="221599"/>
          </a:xfrm>
        </p:spPr>
        <p:txBody>
          <a:bodyPr/>
          <a:lstStyle>
            <a:lvl1pPr marL="0" indent="0">
              <a:spcBef>
                <a:spcPts val="0"/>
              </a:spcBef>
              <a:spcAft>
                <a:spcPts val="600"/>
              </a:spcAft>
              <a:buNone/>
              <a:defRPr/>
            </a:lvl1pPr>
            <a:lvl2pPr indent="0">
              <a:spcAft>
                <a:spcPts val="600"/>
              </a:spcAft>
              <a:defRPr/>
            </a:lvl2pPr>
            <a:lvl3pPr indent="0">
              <a:spcAft>
                <a:spcPts val="600"/>
              </a:spcAft>
              <a:buFont typeface="System Font Regular"/>
              <a:buChar char="-"/>
              <a:defRPr/>
            </a:lvl3pPr>
          </a:lstStyle>
          <a:p>
            <a:pPr lvl="0"/>
            <a:r>
              <a:rPr lang="en-US" dirty="0"/>
              <a:t>Click to enter slide text</a:t>
            </a:r>
          </a:p>
        </p:txBody>
      </p:sp>
      <p:sp>
        <p:nvSpPr>
          <p:cNvPr id="3" name="TextBox 2">
            <a:extLst>
              <a:ext uri="{FF2B5EF4-FFF2-40B4-BE49-F238E27FC236}">
                <a16:creationId xmlns:a16="http://schemas.microsoft.com/office/drawing/2014/main" id="{1BC94C5E-1F45-CD55-8293-2208EC612B54}"/>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989972280"/>
      </p:ext>
    </p:extLst>
  </p:cSld>
  <p:clrMapOvr>
    <a:masterClrMapping/>
  </p:clrMapOvr>
  <p:transition>
    <p:fade/>
  </p:transition>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ighlighted Content with Horizontal Imag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C937C19-40A7-4941-A7B7-193636B91242}"/>
              </a:ext>
            </a:extLst>
          </p:cNvPr>
          <p:cNvGrpSpPr/>
          <p:nvPr userDrawn="1"/>
        </p:nvGrpSpPr>
        <p:grpSpPr>
          <a:xfrm>
            <a:off x="8040556" y="5630732"/>
            <a:ext cx="3910389" cy="288432"/>
            <a:chOff x="7584141" y="1424618"/>
            <a:chExt cx="3910389" cy="288432"/>
          </a:xfrm>
        </p:grpSpPr>
        <p:cxnSp>
          <p:nvCxnSpPr>
            <p:cNvPr id="17" name="Straight Connector 16">
              <a:extLst>
                <a:ext uri="{FF2B5EF4-FFF2-40B4-BE49-F238E27FC236}">
                  <a16:creationId xmlns:a16="http://schemas.microsoft.com/office/drawing/2014/main" id="{3895EF06-2B98-EA40-9019-2F4D162B1999}"/>
                </a:ext>
              </a:extLst>
            </p:cNvPr>
            <p:cNvCxnSpPr>
              <a:cxnSpLocks/>
            </p:cNvCxnSpPr>
            <p:nvPr/>
          </p:nvCxnSpPr>
          <p:spPr>
            <a:xfrm flipV="1">
              <a:off x="7584141"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183929-8787-BC4E-8C9C-DBB8276B38CE}"/>
                </a:ext>
              </a:extLst>
            </p:cNvPr>
            <p:cNvCxnSpPr>
              <a:cxnSpLocks/>
            </p:cNvCxnSpPr>
            <p:nvPr/>
          </p:nvCxnSpPr>
          <p:spPr>
            <a:xfrm flipV="1">
              <a:off x="7913410"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4AC3E16-44E6-4F47-8EB0-2155EFC5DE72}"/>
                </a:ext>
              </a:extLst>
            </p:cNvPr>
            <p:cNvCxnSpPr>
              <a:cxnSpLocks/>
            </p:cNvCxnSpPr>
            <p:nvPr/>
          </p:nvCxnSpPr>
          <p:spPr>
            <a:xfrm flipV="1">
              <a:off x="8242679"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325CAC-3EBC-3446-AD4E-8C2B21A9EF3A}"/>
                </a:ext>
              </a:extLst>
            </p:cNvPr>
            <p:cNvCxnSpPr>
              <a:cxnSpLocks/>
            </p:cNvCxnSpPr>
            <p:nvPr/>
          </p:nvCxnSpPr>
          <p:spPr>
            <a:xfrm flipV="1">
              <a:off x="8571948"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81357C-2AB3-5C43-85B9-DA4A8AE901E6}"/>
                </a:ext>
              </a:extLst>
            </p:cNvPr>
            <p:cNvCxnSpPr>
              <a:cxnSpLocks/>
            </p:cNvCxnSpPr>
            <p:nvPr/>
          </p:nvCxnSpPr>
          <p:spPr>
            <a:xfrm flipV="1">
              <a:off x="8901217"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D36AFE-E88F-AD45-85FB-6B5DCD278665}"/>
                </a:ext>
              </a:extLst>
            </p:cNvPr>
            <p:cNvCxnSpPr>
              <a:cxnSpLocks/>
            </p:cNvCxnSpPr>
            <p:nvPr/>
          </p:nvCxnSpPr>
          <p:spPr>
            <a:xfrm flipV="1">
              <a:off x="9230486"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DBD0829-F10F-B844-B22C-E3F1EAD61AFA}"/>
                </a:ext>
              </a:extLst>
            </p:cNvPr>
            <p:cNvCxnSpPr>
              <a:cxnSpLocks/>
            </p:cNvCxnSpPr>
            <p:nvPr/>
          </p:nvCxnSpPr>
          <p:spPr>
            <a:xfrm flipV="1">
              <a:off x="9559755"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E4C85DB-253B-8946-88C0-B7331EABFAD2}"/>
                </a:ext>
              </a:extLst>
            </p:cNvPr>
            <p:cNvCxnSpPr>
              <a:cxnSpLocks/>
            </p:cNvCxnSpPr>
            <p:nvPr/>
          </p:nvCxnSpPr>
          <p:spPr>
            <a:xfrm flipV="1">
              <a:off x="9889024"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ABB5419-F09D-434D-943C-0DE0034C058C}"/>
                </a:ext>
              </a:extLst>
            </p:cNvPr>
            <p:cNvCxnSpPr>
              <a:cxnSpLocks/>
            </p:cNvCxnSpPr>
            <p:nvPr/>
          </p:nvCxnSpPr>
          <p:spPr>
            <a:xfrm flipV="1">
              <a:off x="10218293"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5EB7D54-4AF8-6F4B-B573-6A4608E69DCD}"/>
                </a:ext>
              </a:extLst>
            </p:cNvPr>
            <p:cNvCxnSpPr>
              <a:cxnSpLocks/>
            </p:cNvCxnSpPr>
            <p:nvPr/>
          </p:nvCxnSpPr>
          <p:spPr>
            <a:xfrm flipV="1">
              <a:off x="10547562"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DE085B-472B-7C4F-88F7-EFCED6A04BEB}"/>
                </a:ext>
              </a:extLst>
            </p:cNvPr>
            <p:cNvCxnSpPr>
              <a:cxnSpLocks/>
            </p:cNvCxnSpPr>
            <p:nvPr/>
          </p:nvCxnSpPr>
          <p:spPr>
            <a:xfrm flipV="1">
              <a:off x="10876831"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A3916C-6389-1642-9CA5-0BE7644E50E0}"/>
                </a:ext>
              </a:extLst>
            </p:cNvPr>
            <p:cNvCxnSpPr>
              <a:cxnSpLocks/>
            </p:cNvCxnSpPr>
            <p:nvPr/>
          </p:nvCxnSpPr>
          <p:spPr>
            <a:xfrm flipV="1">
              <a:off x="11206098"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BFEA01D7-B404-904A-96AB-35CC4DF9FF23}"/>
              </a:ext>
            </a:extLst>
          </p:cNvPr>
          <p:cNvGrpSpPr/>
          <p:nvPr userDrawn="1"/>
        </p:nvGrpSpPr>
        <p:grpSpPr>
          <a:xfrm>
            <a:off x="401059" y="399023"/>
            <a:ext cx="274320" cy="212725"/>
            <a:chOff x="11343190" y="687636"/>
            <a:chExt cx="274320" cy="212725"/>
          </a:xfrm>
        </p:grpSpPr>
        <p:cxnSp>
          <p:nvCxnSpPr>
            <p:cNvPr id="30" name="Straight Connector 29">
              <a:extLst>
                <a:ext uri="{FF2B5EF4-FFF2-40B4-BE49-F238E27FC236}">
                  <a16:creationId xmlns:a16="http://schemas.microsoft.com/office/drawing/2014/main" id="{005158E5-473B-6748-867B-510B22C34E5A}"/>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014D27-F161-A445-B952-160EF4D746ED}"/>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FEAE8E-A6C4-034D-8A1E-9CF18904A23D}"/>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3F14729-8C34-AF40-9580-0066A5A12A2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5843A35-E997-2849-9ADF-E62F84C88443}"/>
              </a:ext>
            </a:extLst>
          </p:cNvPr>
          <p:cNvGrpSpPr/>
          <p:nvPr userDrawn="1"/>
        </p:nvGrpSpPr>
        <p:grpSpPr>
          <a:xfrm>
            <a:off x="4766668" y="5533507"/>
            <a:ext cx="502600" cy="744358"/>
            <a:chOff x="7543800" y="-161366"/>
            <a:chExt cx="590775" cy="874945"/>
          </a:xfrm>
          <a:solidFill>
            <a:schemeClr val="accent1"/>
          </a:solidFill>
        </p:grpSpPr>
        <p:grpSp>
          <p:nvGrpSpPr>
            <p:cNvPr id="36" name="Group 35">
              <a:extLst>
                <a:ext uri="{FF2B5EF4-FFF2-40B4-BE49-F238E27FC236}">
                  <a16:creationId xmlns:a16="http://schemas.microsoft.com/office/drawing/2014/main" id="{DCD7467D-A401-7948-9405-D8DF370C99F9}"/>
                </a:ext>
              </a:extLst>
            </p:cNvPr>
            <p:cNvGrpSpPr/>
            <p:nvPr/>
          </p:nvGrpSpPr>
          <p:grpSpPr>
            <a:xfrm>
              <a:off x="7543800" y="-161366"/>
              <a:ext cx="590775" cy="67236"/>
              <a:chOff x="7543800" y="-161366"/>
              <a:chExt cx="590775" cy="67236"/>
            </a:xfrm>
            <a:grpFill/>
          </p:grpSpPr>
          <p:sp>
            <p:nvSpPr>
              <p:cNvPr id="79" name="Oval 78">
                <a:extLst>
                  <a:ext uri="{FF2B5EF4-FFF2-40B4-BE49-F238E27FC236}">
                    <a16:creationId xmlns:a16="http://schemas.microsoft.com/office/drawing/2014/main" id="{294C53F2-5FC4-2045-81EE-E5D1B1FCDFDC}"/>
                  </a:ext>
                </a:extLst>
              </p:cNvPr>
              <p:cNvSpPr/>
              <p:nvPr/>
            </p:nvSpPr>
            <p:spPr>
              <a:xfrm>
                <a:off x="754380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09C2E7C-6EA0-5A43-A50B-012653894CFD}"/>
                  </a:ext>
                </a:extLst>
              </p:cNvPr>
              <p:cNvSpPr/>
              <p:nvPr/>
            </p:nvSpPr>
            <p:spPr>
              <a:xfrm>
                <a:off x="767468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459FF796-E951-014A-93DA-249A34BCC6C3}"/>
                  </a:ext>
                </a:extLst>
              </p:cNvPr>
              <p:cNvSpPr/>
              <p:nvPr/>
            </p:nvSpPr>
            <p:spPr>
              <a:xfrm>
                <a:off x="780557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49F8C600-C2D9-3C42-8BBF-A8D8F9C386E8}"/>
                  </a:ext>
                </a:extLst>
              </p:cNvPr>
              <p:cNvSpPr/>
              <p:nvPr/>
            </p:nvSpPr>
            <p:spPr>
              <a:xfrm>
                <a:off x="793645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A6F999D5-0ED8-3D4D-B381-B37D252951E9}"/>
                  </a:ext>
                </a:extLst>
              </p:cNvPr>
              <p:cNvSpPr/>
              <p:nvPr/>
            </p:nvSpPr>
            <p:spPr>
              <a:xfrm>
                <a:off x="8067340" y="-16136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9DDAB66F-4A22-3F4C-95A7-CFE12BA94972}"/>
                </a:ext>
              </a:extLst>
            </p:cNvPr>
            <p:cNvGrpSpPr/>
            <p:nvPr/>
          </p:nvGrpSpPr>
          <p:grpSpPr>
            <a:xfrm>
              <a:off x="7543800" y="-45979"/>
              <a:ext cx="590775" cy="67236"/>
              <a:chOff x="7543800" y="-44377"/>
              <a:chExt cx="590775" cy="67236"/>
            </a:xfrm>
            <a:grpFill/>
          </p:grpSpPr>
          <p:sp>
            <p:nvSpPr>
              <p:cNvPr id="74" name="Oval 73">
                <a:extLst>
                  <a:ext uri="{FF2B5EF4-FFF2-40B4-BE49-F238E27FC236}">
                    <a16:creationId xmlns:a16="http://schemas.microsoft.com/office/drawing/2014/main" id="{880AB062-7DE0-0445-A537-9CAF21B803D3}"/>
                  </a:ext>
                </a:extLst>
              </p:cNvPr>
              <p:cNvSpPr/>
              <p:nvPr/>
            </p:nvSpPr>
            <p:spPr>
              <a:xfrm>
                <a:off x="754380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54B8CC9-8D60-0847-9839-0881E8321D83}"/>
                  </a:ext>
                </a:extLst>
              </p:cNvPr>
              <p:cNvSpPr/>
              <p:nvPr/>
            </p:nvSpPr>
            <p:spPr>
              <a:xfrm>
                <a:off x="767468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47DBE0A4-89CA-3248-A36C-20B54D2AEC90}"/>
                  </a:ext>
                </a:extLst>
              </p:cNvPr>
              <p:cNvSpPr/>
              <p:nvPr/>
            </p:nvSpPr>
            <p:spPr>
              <a:xfrm>
                <a:off x="780557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9CF07194-C2A2-134F-8164-13AA0EC58976}"/>
                  </a:ext>
                </a:extLst>
              </p:cNvPr>
              <p:cNvSpPr/>
              <p:nvPr/>
            </p:nvSpPr>
            <p:spPr>
              <a:xfrm>
                <a:off x="793645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B9C688A4-2395-7248-89EF-CB958D939986}"/>
                  </a:ext>
                </a:extLst>
              </p:cNvPr>
              <p:cNvSpPr/>
              <p:nvPr/>
            </p:nvSpPr>
            <p:spPr>
              <a:xfrm>
                <a:off x="8067340" y="-4437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B362F58D-B0B4-2941-8C9C-73858832E2BD}"/>
                </a:ext>
              </a:extLst>
            </p:cNvPr>
            <p:cNvGrpSpPr/>
            <p:nvPr/>
          </p:nvGrpSpPr>
          <p:grpSpPr>
            <a:xfrm>
              <a:off x="7543800" y="69408"/>
              <a:ext cx="590775" cy="67236"/>
              <a:chOff x="7543800" y="72612"/>
              <a:chExt cx="590775" cy="67236"/>
            </a:xfrm>
            <a:grpFill/>
          </p:grpSpPr>
          <p:sp>
            <p:nvSpPr>
              <p:cNvPr id="69" name="Oval 68">
                <a:extLst>
                  <a:ext uri="{FF2B5EF4-FFF2-40B4-BE49-F238E27FC236}">
                    <a16:creationId xmlns:a16="http://schemas.microsoft.com/office/drawing/2014/main" id="{0B0A3173-CBD7-C543-BCB3-3D7B175BF0D1}"/>
                  </a:ext>
                </a:extLst>
              </p:cNvPr>
              <p:cNvSpPr/>
              <p:nvPr/>
            </p:nvSpPr>
            <p:spPr>
              <a:xfrm>
                <a:off x="754380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270BE89-86B2-0C44-BFBF-E949724C76F5}"/>
                  </a:ext>
                </a:extLst>
              </p:cNvPr>
              <p:cNvSpPr/>
              <p:nvPr/>
            </p:nvSpPr>
            <p:spPr>
              <a:xfrm>
                <a:off x="767468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0DBAAD5-0709-0249-AFE5-B51C1657F120}"/>
                  </a:ext>
                </a:extLst>
              </p:cNvPr>
              <p:cNvSpPr/>
              <p:nvPr/>
            </p:nvSpPr>
            <p:spPr>
              <a:xfrm>
                <a:off x="780557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2CED9AD7-8475-FF4E-83E0-447F5BFE04EC}"/>
                  </a:ext>
                </a:extLst>
              </p:cNvPr>
              <p:cNvSpPr/>
              <p:nvPr/>
            </p:nvSpPr>
            <p:spPr>
              <a:xfrm>
                <a:off x="793645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95308FC-9CD4-D84C-A31C-C90C9C0598CF}"/>
                  </a:ext>
                </a:extLst>
              </p:cNvPr>
              <p:cNvSpPr/>
              <p:nvPr/>
            </p:nvSpPr>
            <p:spPr>
              <a:xfrm>
                <a:off x="8067340" y="7261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E9B9A97B-CF49-5D4C-945C-EFC829AF774E}"/>
                </a:ext>
              </a:extLst>
            </p:cNvPr>
            <p:cNvGrpSpPr/>
            <p:nvPr/>
          </p:nvGrpSpPr>
          <p:grpSpPr>
            <a:xfrm>
              <a:off x="7543800" y="184795"/>
              <a:ext cx="590775" cy="67236"/>
              <a:chOff x="7543800" y="187359"/>
              <a:chExt cx="590775" cy="67236"/>
            </a:xfrm>
            <a:grpFill/>
          </p:grpSpPr>
          <p:sp>
            <p:nvSpPr>
              <p:cNvPr id="64" name="Oval 63">
                <a:extLst>
                  <a:ext uri="{FF2B5EF4-FFF2-40B4-BE49-F238E27FC236}">
                    <a16:creationId xmlns:a16="http://schemas.microsoft.com/office/drawing/2014/main" id="{E60AB1B0-C228-C841-BB3C-5D94CC192204}"/>
                  </a:ext>
                </a:extLst>
              </p:cNvPr>
              <p:cNvSpPr/>
              <p:nvPr/>
            </p:nvSpPr>
            <p:spPr>
              <a:xfrm>
                <a:off x="754380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FFC430E-3504-DE4E-A27F-14AD0F843BED}"/>
                  </a:ext>
                </a:extLst>
              </p:cNvPr>
              <p:cNvSpPr/>
              <p:nvPr/>
            </p:nvSpPr>
            <p:spPr>
              <a:xfrm>
                <a:off x="767468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08D0CA93-8B91-EA48-9056-E6416966DF49}"/>
                  </a:ext>
                </a:extLst>
              </p:cNvPr>
              <p:cNvSpPr/>
              <p:nvPr/>
            </p:nvSpPr>
            <p:spPr>
              <a:xfrm>
                <a:off x="780557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D92517-6812-5149-92CF-50FCBD8A4701}"/>
                  </a:ext>
                </a:extLst>
              </p:cNvPr>
              <p:cNvSpPr/>
              <p:nvPr/>
            </p:nvSpPr>
            <p:spPr>
              <a:xfrm>
                <a:off x="793645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B07E2EB-0D93-D14F-949B-7079E6A3BF89}"/>
                  </a:ext>
                </a:extLst>
              </p:cNvPr>
              <p:cNvSpPr/>
              <p:nvPr/>
            </p:nvSpPr>
            <p:spPr>
              <a:xfrm>
                <a:off x="8067340" y="187359"/>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68F9E4E0-1FAD-7047-B470-3411288B1768}"/>
                </a:ext>
              </a:extLst>
            </p:cNvPr>
            <p:cNvGrpSpPr/>
            <p:nvPr/>
          </p:nvGrpSpPr>
          <p:grpSpPr>
            <a:xfrm>
              <a:off x="7543800" y="300182"/>
              <a:ext cx="590775" cy="67236"/>
              <a:chOff x="7543800" y="302105"/>
              <a:chExt cx="590775" cy="67236"/>
            </a:xfrm>
            <a:grpFill/>
          </p:grpSpPr>
          <p:sp>
            <p:nvSpPr>
              <p:cNvPr id="59" name="Oval 58">
                <a:extLst>
                  <a:ext uri="{FF2B5EF4-FFF2-40B4-BE49-F238E27FC236}">
                    <a16:creationId xmlns:a16="http://schemas.microsoft.com/office/drawing/2014/main" id="{0D6521BF-1EDD-C041-BD26-356D0CF00950}"/>
                  </a:ext>
                </a:extLst>
              </p:cNvPr>
              <p:cNvSpPr/>
              <p:nvPr/>
            </p:nvSpPr>
            <p:spPr>
              <a:xfrm>
                <a:off x="754380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B20D3A0-035A-124F-BF7E-9A4A631A2839}"/>
                  </a:ext>
                </a:extLst>
              </p:cNvPr>
              <p:cNvSpPr/>
              <p:nvPr/>
            </p:nvSpPr>
            <p:spPr>
              <a:xfrm>
                <a:off x="767468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E6EC0028-8852-614C-A343-C8946CC464CC}"/>
                  </a:ext>
                </a:extLst>
              </p:cNvPr>
              <p:cNvSpPr/>
              <p:nvPr/>
            </p:nvSpPr>
            <p:spPr>
              <a:xfrm>
                <a:off x="780557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FF36CF9-7A74-3247-A88C-3A9DE3D92C83}"/>
                  </a:ext>
                </a:extLst>
              </p:cNvPr>
              <p:cNvSpPr/>
              <p:nvPr/>
            </p:nvSpPr>
            <p:spPr>
              <a:xfrm>
                <a:off x="793645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6B0927AF-DFD7-814F-8BD8-B9AC4554EBA6}"/>
                  </a:ext>
                </a:extLst>
              </p:cNvPr>
              <p:cNvSpPr/>
              <p:nvPr/>
            </p:nvSpPr>
            <p:spPr>
              <a:xfrm>
                <a:off x="8067340" y="30210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A833CFF8-004C-5A45-93AE-F1B04D35CFEE}"/>
                </a:ext>
              </a:extLst>
            </p:cNvPr>
            <p:cNvGrpSpPr/>
            <p:nvPr/>
          </p:nvGrpSpPr>
          <p:grpSpPr>
            <a:xfrm>
              <a:off x="7543800" y="415569"/>
              <a:ext cx="590775" cy="67236"/>
              <a:chOff x="7543800" y="416851"/>
              <a:chExt cx="590775" cy="67236"/>
            </a:xfrm>
            <a:grpFill/>
          </p:grpSpPr>
          <p:sp>
            <p:nvSpPr>
              <p:cNvPr id="54" name="Oval 53">
                <a:extLst>
                  <a:ext uri="{FF2B5EF4-FFF2-40B4-BE49-F238E27FC236}">
                    <a16:creationId xmlns:a16="http://schemas.microsoft.com/office/drawing/2014/main" id="{D3FBD0E7-31A0-F94A-BD70-EBF27530379E}"/>
                  </a:ext>
                </a:extLst>
              </p:cNvPr>
              <p:cNvSpPr/>
              <p:nvPr/>
            </p:nvSpPr>
            <p:spPr>
              <a:xfrm>
                <a:off x="754380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28E8659-FD62-734C-BAE4-77F5877C8AAB}"/>
                  </a:ext>
                </a:extLst>
              </p:cNvPr>
              <p:cNvSpPr/>
              <p:nvPr/>
            </p:nvSpPr>
            <p:spPr>
              <a:xfrm>
                <a:off x="767468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EB55D90-3D86-974E-B5BE-1EF1542D5823}"/>
                  </a:ext>
                </a:extLst>
              </p:cNvPr>
              <p:cNvSpPr/>
              <p:nvPr/>
            </p:nvSpPr>
            <p:spPr>
              <a:xfrm>
                <a:off x="780557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A2F6D66-F094-5941-BBC4-DFF532EA8A01}"/>
                  </a:ext>
                </a:extLst>
              </p:cNvPr>
              <p:cNvSpPr/>
              <p:nvPr/>
            </p:nvSpPr>
            <p:spPr>
              <a:xfrm>
                <a:off x="793645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90B44F1-1E8C-2B4E-A240-6FD37C76051F}"/>
                  </a:ext>
                </a:extLst>
              </p:cNvPr>
              <p:cNvSpPr/>
              <p:nvPr/>
            </p:nvSpPr>
            <p:spPr>
              <a:xfrm>
                <a:off x="8067340" y="416851"/>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1A77F22-CD46-2242-A891-03E53836616E}"/>
                </a:ext>
              </a:extLst>
            </p:cNvPr>
            <p:cNvGrpSpPr/>
            <p:nvPr/>
          </p:nvGrpSpPr>
          <p:grpSpPr>
            <a:xfrm>
              <a:off x="7543800" y="530956"/>
              <a:ext cx="590775" cy="67236"/>
              <a:chOff x="7543800" y="531597"/>
              <a:chExt cx="590775" cy="67236"/>
            </a:xfrm>
            <a:grpFill/>
          </p:grpSpPr>
          <p:sp>
            <p:nvSpPr>
              <p:cNvPr id="49" name="Oval 48">
                <a:extLst>
                  <a:ext uri="{FF2B5EF4-FFF2-40B4-BE49-F238E27FC236}">
                    <a16:creationId xmlns:a16="http://schemas.microsoft.com/office/drawing/2014/main" id="{8130E007-CA66-D641-82BF-0E7F3AED0738}"/>
                  </a:ext>
                </a:extLst>
              </p:cNvPr>
              <p:cNvSpPr/>
              <p:nvPr/>
            </p:nvSpPr>
            <p:spPr>
              <a:xfrm>
                <a:off x="754380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67D476D-5953-CD4B-88E4-15D729FF19B0}"/>
                  </a:ext>
                </a:extLst>
              </p:cNvPr>
              <p:cNvSpPr/>
              <p:nvPr/>
            </p:nvSpPr>
            <p:spPr>
              <a:xfrm>
                <a:off x="767468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C75BE9D-7E96-854D-A01D-AE21601033E9}"/>
                  </a:ext>
                </a:extLst>
              </p:cNvPr>
              <p:cNvSpPr/>
              <p:nvPr/>
            </p:nvSpPr>
            <p:spPr>
              <a:xfrm>
                <a:off x="780557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64E24A2-C705-6D42-83FE-170C07AC936B}"/>
                  </a:ext>
                </a:extLst>
              </p:cNvPr>
              <p:cNvSpPr/>
              <p:nvPr/>
            </p:nvSpPr>
            <p:spPr>
              <a:xfrm>
                <a:off x="793645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9E99AB5-FA5F-BC40-9EE2-4700BCEDFA37}"/>
                  </a:ext>
                </a:extLst>
              </p:cNvPr>
              <p:cNvSpPr/>
              <p:nvPr/>
            </p:nvSpPr>
            <p:spPr>
              <a:xfrm>
                <a:off x="8067340" y="53159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4E7BFB8A-7AA7-B048-8829-1AB01E305AF0}"/>
                </a:ext>
              </a:extLst>
            </p:cNvPr>
            <p:cNvGrpSpPr/>
            <p:nvPr/>
          </p:nvGrpSpPr>
          <p:grpSpPr>
            <a:xfrm>
              <a:off x="7543800" y="646343"/>
              <a:ext cx="590775" cy="67236"/>
              <a:chOff x="7543800" y="646343"/>
              <a:chExt cx="590775" cy="67236"/>
            </a:xfrm>
            <a:grpFill/>
          </p:grpSpPr>
          <p:sp>
            <p:nvSpPr>
              <p:cNvPr id="44" name="Oval 43">
                <a:extLst>
                  <a:ext uri="{FF2B5EF4-FFF2-40B4-BE49-F238E27FC236}">
                    <a16:creationId xmlns:a16="http://schemas.microsoft.com/office/drawing/2014/main" id="{C159488D-2C14-4C46-AAFA-07834965055F}"/>
                  </a:ext>
                </a:extLst>
              </p:cNvPr>
              <p:cNvSpPr/>
              <p:nvPr/>
            </p:nvSpPr>
            <p:spPr>
              <a:xfrm>
                <a:off x="754380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85CC224E-6F7F-8741-8D82-5728A5B414C9}"/>
                  </a:ext>
                </a:extLst>
              </p:cNvPr>
              <p:cNvSpPr/>
              <p:nvPr/>
            </p:nvSpPr>
            <p:spPr>
              <a:xfrm>
                <a:off x="767468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18A8A83-0307-2B47-9FC8-157B5CD3C696}"/>
                  </a:ext>
                </a:extLst>
              </p:cNvPr>
              <p:cNvSpPr/>
              <p:nvPr/>
            </p:nvSpPr>
            <p:spPr>
              <a:xfrm>
                <a:off x="780557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83E58EC-55E2-434B-B722-5DBE8A13F37C}"/>
                  </a:ext>
                </a:extLst>
              </p:cNvPr>
              <p:cNvSpPr/>
              <p:nvPr/>
            </p:nvSpPr>
            <p:spPr>
              <a:xfrm>
                <a:off x="793645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9B6F27C-DA8B-1043-8A3A-33E5826F3060}"/>
                  </a:ext>
                </a:extLst>
              </p:cNvPr>
              <p:cNvSpPr/>
              <p:nvPr/>
            </p:nvSpPr>
            <p:spPr>
              <a:xfrm>
                <a:off x="8067340" y="64634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4" name="Title 1">
            <a:extLst>
              <a:ext uri="{FF2B5EF4-FFF2-40B4-BE49-F238E27FC236}">
                <a16:creationId xmlns:a16="http://schemas.microsoft.com/office/drawing/2014/main" id="{6427E4E8-5D51-204C-849F-C9236A62C23E}"/>
              </a:ext>
            </a:extLst>
          </p:cNvPr>
          <p:cNvSpPr>
            <a:spLocks noGrp="1"/>
          </p:cNvSpPr>
          <p:nvPr>
            <p:ph type="ctrTitle" hasCustomPrompt="1"/>
          </p:nvPr>
        </p:nvSpPr>
        <p:spPr>
          <a:xfrm>
            <a:off x="1368927" y="1371600"/>
            <a:ext cx="4615014" cy="1640898"/>
          </a:xfrm>
        </p:spPr>
        <p:txBody>
          <a:bodyPr anchor="t"/>
          <a:lstStyle>
            <a:lvl1pPr algn="l">
              <a:lnSpc>
                <a:spcPct val="80000"/>
              </a:lnSpc>
              <a:defRPr sz="4400">
                <a:solidFill>
                  <a:schemeClr val="tx2"/>
                </a:solidFill>
              </a:defRPr>
            </a:lvl1pPr>
          </a:lstStyle>
          <a:p>
            <a:r>
              <a:rPr lang="en-US" dirty="0"/>
              <a:t>This slide is used to highlight some form of content </a:t>
            </a:r>
          </a:p>
        </p:txBody>
      </p:sp>
      <p:sp>
        <p:nvSpPr>
          <p:cNvPr id="88" name="Text Placeholder 87">
            <a:extLst>
              <a:ext uri="{FF2B5EF4-FFF2-40B4-BE49-F238E27FC236}">
                <a16:creationId xmlns:a16="http://schemas.microsoft.com/office/drawing/2014/main" id="{1E887DE2-31FB-5E44-AC0C-85A687E03135}"/>
              </a:ext>
            </a:extLst>
          </p:cNvPr>
          <p:cNvSpPr>
            <a:spLocks noGrp="1"/>
          </p:cNvSpPr>
          <p:nvPr>
            <p:ph type="body" sz="quarter" idx="14" hasCustomPrompt="1"/>
          </p:nvPr>
        </p:nvSpPr>
        <p:spPr>
          <a:xfrm>
            <a:off x="1368425" y="3291944"/>
            <a:ext cx="4386263" cy="664797"/>
          </a:xfrm>
        </p:spPr>
        <p:txBody>
          <a:bodyPr/>
          <a:lstStyle>
            <a:lvl1pPr marL="0" indent="0" algn="l">
              <a:spcBef>
                <a:spcPts val="0"/>
              </a:spcBef>
              <a:spcAft>
                <a:spcPts val="600"/>
              </a:spcAft>
              <a:buFont typeface="Arial" panose="020B0604020202020204" pitchFamily="34" charset="0"/>
              <a:buNone/>
              <a:defRPr sz="2400"/>
            </a:lvl1pPr>
            <a:lvl2pPr>
              <a:buNone/>
              <a:defRPr/>
            </a:lvl2pPr>
            <a:lvl3pPr>
              <a:buNone/>
              <a:defRPr/>
            </a:lvl3pPr>
            <a:lvl4pPr>
              <a:buNone/>
              <a:defRPr/>
            </a:lvl4pPr>
            <a:lvl5pPr>
              <a:buNone/>
              <a:defRPr/>
            </a:lvl5pPr>
          </a:lstStyle>
          <a:p>
            <a:pPr lvl="0"/>
            <a:r>
              <a:rPr lang="en-US" dirty="0"/>
              <a:t>Add a sentence of descriptive text if needed.</a:t>
            </a:r>
          </a:p>
        </p:txBody>
      </p:sp>
      <p:sp>
        <p:nvSpPr>
          <p:cNvPr id="87" name="Picture Placeholder 4">
            <a:extLst>
              <a:ext uri="{FF2B5EF4-FFF2-40B4-BE49-F238E27FC236}">
                <a16:creationId xmlns:a16="http://schemas.microsoft.com/office/drawing/2014/main" id="{53C12934-8489-ED47-9677-0D9506BDC2BE}"/>
              </a:ext>
            </a:extLst>
          </p:cNvPr>
          <p:cNvSpPr>
            <a:spLocks noGrp="1"/>
          </p:cNvSpPr>
          <p:nvPr>
            <p:ph type="pic" sz="quarter" idx="12" hasCustomPrompt="1"/>
          </p:nvPr>
        </p:nvSpPr>
        <p:spPr>
          <a:xfrm>
            <a:off x="6575344" y="1371601"/>
            <a:ext cx="5629077" cy="3697940"/>
          </a:xfrm>
        </p:spPr>
        <p:txBody>
          <a:bodyPr anchor="ctr"/>
          <a:lstStyle>
            <a:lvl1pPr algn="ctr">
              <a:buNone/>
              <a:defRPr>
                <a:solidFill>
                  <a:schemeClr val="tx2"/>
                </a:solidFill>
              </a:defRPr>
            </a:lvl1pPr>
          </a:lstStyle>
          <a:p>
            <a:r>
              <a:rPr lang="en-US" dirty="0"/>
              <a:t>Main Slide Deck Photo</a:t>
            </a:r>
          </a:p>
        </p:txBody>
      </p:sp>
      <p:sp>
        <p:nvSpPr>
          <p:cNvPr id="2" name="TextBox 1">
            <a:extLst>
              <a:ext uri="{FF2B5EF4-FFF2-40B4-BE49-F238E27FC236}">
                <a16:creationId xmlns:a16="http://schemas.microsoft.com/office/drawing/2014/main" id="{6F901F89-1929-C33E-0984-E8A7ACF29353}"/>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280434450"/>
      </p:ext>
    </p:extLst>
  </p:cSld>
  <p:clrMapOvr>
    <a:masterClrMapping/>
  </p:clrMapOvr>
  <p:transition>
    <p:fade/>
  </p:transition>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ighlighted Content with Vertical Imag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C937C19-40A7-4941-A7B7-193636B91242}"/>
              </a:ext>
            </a:extLst>
          </p:cNvPr>
          <p:cNvGrpSpPr/>
          <p:nvPr userDrawn="1"/>
        </p:nvGrpSpPr>
        <p:grpSpPr>
          <a:xfrm>
            <a:off x="8040556" y="1371600"/>
            <a:ext cx="3910389" cy="288432"/>
            <a:chOff x="7584141" y="1424618"/>
            <a:chExt cx="3910389" cy="288432"/>
          </a:xfrm>
        </p:grpSpPr>
        <p:cxnSp>
          <p:nvCxnSpPr>
            <p:cNvPr id="17" name="Straight Connector 16">
              <a:extLst>
                <a:ext uri="{FF2B5EF4-FFF2-40B4-BE49-F238E27FC236}">
                  <a16:creationId xmlns:a16="http://schemas.microsoft.com/office/drawing/2014/main" id="{3895EF06-2B98-EA40-9019-2F4D162B1999}"/>
                </a:ext>
              </a:extLst>
            </p:cNvPr>
            <p:cNvCxnSpPr>
              <a:cxnSpLocks/>
            </p:cNvCxnSpPr>
            <p:nvPr/>
          </p:nvCxnSpPr>
          <p:spPr>
            <a:xfrm flipV="1">
              <a:off x="7584141"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183929-8787-BC4E-8C9C-DBB8276B38CE}"/>
                </a:ext>
              </a:extLst>
            </p:cNvPr>
            <p:cNvCxnSpPr>
              <a:cxnSpLocks/>
            </p:cNvCxnSpPr>
            <p:nvPr/>
          </p:nvCxnSpPr>
          <p:spPr>
            <a:xfrm flipV="1">
              <a:off x="7913410"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4AC3E16-44E6-4F47-8EB0-2155EFC5DE72}"/>
                </a:ext>
              </a:extLst>
            </p:cNvPr>
            <p:cNvCxnSpPr>
              <a:cxnSpLocks/>
            </p:cNvCxnSpPr>
            <p:nvPr/>
          </p:nvCxnSpPr>
          <p:spPr>
            <a:xfrm flipV="1">
              <a:off x="8242679"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325CAC-3EBC-3446-AD4E-8C2B21A9EF3A}"/>
                </a:ext>
              </a:extLst>
            </p:cNvPr>
            <p:cNvCxnSpPr>
              <a:cxnSpLocks/>
            </p:cNvCxnSpPr>
            <p:nvPr/>
          </p:nvCxnSpPr>
          <p:spPr>
            <a:xfrm flipV="1">
              <a:off x="8571948"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81357C-2AB3-5C43-85B9-DA4A8AE901E6}"/>
                </a:ext>
              </a:extLst>
            </p:cNvPr>
            <p:cNvCxnSpPr>
              <a:cxnSpLocks/>
            </p:cNvCxnSpPr>
            <p:nvPr/>
          </p:nvCxnSpPr>
          <p:spPr>
            <a:xfrm flipV="1">
              <a:off x="8901217"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D36AFE-E88F-AD45-85FB-6B5DCD278665}"/>
                </a:ext>
              </a:extLst>
            </p:cNvPr>
            <p:cNvCxnSpPr>
              <a:cxnSpLocks/>
            </p:cNvCxnSpPr>
            <p:nvPr/>
          </p:nvCxnSpPr>
          <p:spPr>
            <a:xfrm flipV="1">
              <a:off x="9230486"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DBD0829-F10F-B844-B22C-E3F1EAD61AFA}"/>
                </a:ext>
              </a:extLst>
            </p:cNvPr>
            <p:cNvCxnSpPr>
              <a:cxnSpLocks/>
            </p:cNvCxnSpPr>
            <p:nvPr/>
          </p:nvCxnSpPr>
          <p:spPr>
            <a:xfrm flipV="1">
              <a:off x="9559755"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E4C85DB-253B-8946-88C0-B7331EABFAD2}"/>
                </a:ext>
              </a:extLst>
            </p:cNvPr>
            <p:cNvCxnSpPr>
              <a:cxnSpLocks/>
            </p:cNvCxnSpPr>
            <p:nvPr/>
          </p:nvCxnSpPr>
          <p:spPr>
            <a:xfrm flipV="1">
              <a:off x="9889024"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ABB5419-F09D-434D-943C-0DE0034C058C}"/>
                </a:ext>
              </a:extLst>
            </p:cNvPr>
            <p:cNvCxnSpPr>
              <a:cxnSpLocks/>
            </p:cNvCxnSpPr>
            <p:nvPr/>
          </p:nvCxnSpPr>
          <p:spPr>
            <a:xfrm flipV="1">
              <a:off x="10218293"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5EB7D54-4AF8-6F4B-B573-6A4608E69DCD}"/>
                </a:ext>
              </a:extLst>
            </p:cNvPr>
            <p:cNvCxnSpPr>
              <a:cxnSpLocks/>
            </p:cNvCxnSpPr>
            <p:nvPr/>
          </p:nvCxnSpPr>
          <p:spPr>
            <a:xfrm flipV="1">
              <a:off x="10547562"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DE085B-472B-7C4F-88F7-EFCED6A04BEB}"/>
                </a:ext>
              </a:extLst>
            </p:cNvPr>
            <p:cNvCxnSpPr>
              <a:cxnSpLocks/>
            </p:cNvCxnSpPr>
            <p:nvPr/>
          </p:nvCxnSpPr>
          <p:spPr>
            <a:xfrm flipV="1">
              <a:off x="10876831"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A3916C-6389-1642-9CA5-0BE7644E50E0}"/>
                </a:ext>
              </a:extLst>
            </p:cNvPr>
            <p:cNvCxnSpPr>
              <a:cxnSpLocks/>
            </p:cNvCxnSpPr>
            <p:nvPr/>
          </p:nvCxnSpPr>
          <p:spPr>
            <a:xfrm flipV="1">
              <a:off x="11206098" y="1424618"/>
              <a:ext cx="288432" cy="288432"/>
            </a:xfrm>
            <a:prstGeom prst="line">
              <a:avLst/>
            </a:prstGeom>
            <a:ln w="10160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BFEA01D7-B404-904A-96AB-35CC4DF9FF23}"/>
              </a:ext>
            </a:extLst>
          </p:cNvPr>
          <p:cNvGrpSpPr/>
          <p:nvPr userDrawn="1"/>
        </p:nvGrpSpPr>
        <p:grpSpPr>
          <a:xfrm>
            <a:off x="401059" y="399023"/>
            <a:ext cx="274320" cy="212725"/>
            <a:chOff x="11343190" y="687636"/>
            <a:chExt cx="274320" cy="212725"/>
          </a:xfrm>
        </p:grpSpPr>
        <p:cxnSp>
          <p:nvCxnSpPr>
            <p:cNvPr id="30" name="Straight Connector 29">
              <a:extLst>
                <a:ext uri="{FF2B5EF4-FFF2-40B4-BE49-F238E27FC236}">
                  <a16:creationId xmlns:a16="http://schemas.microsoft.com/office/drawing/2014/main" id="{005158E5-473B-6748-867B-510B22C34E5A}"/>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014D27-F161-A445-B952-160EF4D746ED}"/>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FEAE8E-A6C4-034D-8A1E-9CF18904A23D}"/>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3F14729-8C34-AF40-9580-0066A5A12A2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05843A35-E997-2849-9ADF-E62F84C88443}"/>
              </a:ext>
            </a:extLst>
          </p:cNvPr>
          <p:cNvGrpSpPr/>
          <p:nvPr userDrawn="1"/>
        </p:nvGrpSpPr>
        <p:grpSpPr>
          <a:xfrm>
            <a:off x="6092573" y="5533507"/>
            <a:ext cx="502600" cy="744358"/>
            <a:chOff x="7543800" y="-161366"/>
            <a:chExt cx="590775" cy="874945"/>
          </a:xfrm>
          <a:solidFill>
            <a:schemeClr val="accent1"/>
          </a:solidFill>
        </p:grpSpPr>
        <p:grpSp>
          <p:nvGrpSpPr>
            <p:cNvPr id="36" name="Group 35">
              <a:extLst>
                <a:ext uri="{FF2B5EF4-FFF2-40B4-BE49-F238E27FC236}">
                  <a16:creationId xmlns:a16="http://schemas.microsoft.com/office/drawing/2014/main" id="{DCD7467D-A401-7948-9405-D8DF370C99F9}"/>
                </a:ext>
              </a:extLst>
            </p:cNvPr>
            <p:cNvGrpSpPr/>
            <p:nvPr/>
          </p:nvGrpSpPr>
          <p:grpSpPr>
            <a:xfrm>
              <a:off x="7543800" y="-161366"/>
              <a:ext cx="590775" cy="67236"/>
              <a:chOff x="7543800" y="-161366"/>
              <a:chExt cx="590775" cy="67236"/>
            </a:xfrm>
            <a:grpFill/>
          </p:grpSpPr>
          <p:sp>
            <p:nvSpPr>
              <p:cNvPr id="79" name="Oval 78">
                <a:extLst>
                  <a:ext uri="{FF2B5EF4-FFF2-40B4-BE49-F238E27FC236}">
                    <a16:creationId xmlns:a16="http://schemas.microsoft.com/office/drawing/2014/main" id="{294C53F2-5FC4-2045-81EE-E5D1B1FCDFDC}"/>
                  </a:ext>
                </a:extLst>
              </p:cNvPr>
              <p:cNvSpPr/>
              <p:nvPr/>
            </p:nvSpPr>
            <p:spPr>
              <a:xfrm>
                <a:off x="754380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09C2E7C-6EA0-5A43-A50B-012653894CFD}"/>
                  </a:ext>
                </a:extLst>
              </p:cNvPr>
              <p:cNvSpPr/>
              <p:nvPr/>
            </p:nvSpPr>
            <p:spPr>
              <a:xfrm>
                <a:off x="767468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459FF796-E951-014A-93DA-249A34BCC6C3}"/>
                  </a:ext>
                </a:extLst>
              </p:cNvPr>
              <p:cNvSpPr/>
              <p:nvPr/>
            </p:nvSpPr>
            <p:spPr>
              <a:xfrm>
                <a:off x="7805570"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49F8C600-C2D9-3C42-8BBF-A8D8F9C386E8}"/>
                  </a:ext>
                </a:extLst>
              </p:cNvPr>
              <p:cNvSpPr/>
              <p:nvPr/>
            </p:nvSpPr>
            <p:spPr>
              <a:xfrm>
                <a:off x="7936455" y="-16136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A6F999D5-0ED8-3D4D-B381-B37D252951E9}"/>
                  </a:ext>
                </a:extLst>
              </p:cNvPr>
              <p:cNvSpPr/>
              <p:nvPr/>
            </p:nvSpPr>
            <p:spPr>
              <a:xfrm>
                <a:off x="8067340" y="-16136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9DDAB66F-4A22-3F4C-95A7-CFE12BA94972}"/>
                </a:ext>
              </a:extLst>
            </p:cNvPr>
            <p:cNvGrpSpPr/>
            <p:nvPr/>
          </p:nvGrpSpPr>
          <p:grpSpPr>
            <a:xfrm>
              <a:off x="7543800" y="-45979"/>
              <a:ext cx="590775" cy="67236"/>
              <a:chOff x="7543800" y="-44377"/>
              <a:chExt cx="590775" cy="67236"/>
            </a:xfrm>
            <a:grpFill/>
          </p:grpSpPr>
          <p:sp>
            <p:nvSpPr>
              <p:cNvPr id="74" name="Oval 73">
                <a:extLst>
                  <a:ext uri="{FF2B5EF4-FFF2-40B4-BE49-F238E27FC236}">
                    <a16:creationId xmlns:a16="http://schemas.microsoft.com/office/drawing/2014/main" id="{880AB062-7DE0-0445-A537-9CAF21B803D3}"/>
                  </a:ext>
                </a:extLst>
              </p:cNvPr>
              <p:cNvSpPr/>
              <p:nvPr/>
            </p:nvSpPr>
            <p:spPr>
              <a:xfrm>
                <a:off x="754380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54B8CC9-8D60-0847-9839-0881E8321D83}"/>
                  </a:ext>
                </a:extLst>
              </p:cNvPr>
              <p:cNvSpPr/>
              <p:nvPr/>
            </p:nvSpPr>
            <p:spPr>
              <a:xfrm>
                <a:off x="767468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47DBE0A4-89CA-3248-A36C-20B54D2AEC90}"/>
                  </a:ext>
                </a:extLst>
              </p:cNvPr>
              <p:cNvSpPr/>
              <p:nvPr/>
            </p:nvSpPr>
            <p:spPr>
              <a:xfrm>
                <a:off x="7805570"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9CF07194-C2A2-134F-8164-13AA0EC58976}"/>
                  </a:ext>
                </a:extLst>
              </p:cNvPr>
              <p:cNvSpPr/>
              <p:nvPr/>
            </p:nvSpPr>
            <p:spPr>
              <a:xfrm>
                <a:off x="7936455" y="-4437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B9C688A4-2395-7248-89EF-CB958D939986}"/>
                  </a:ext>
                </a:extLst>
              </p:cNvPr>
              <p:cNvSpPr/>
              <p:nvPr/>
            </p:nvSpPr>
            <p:spPr>
              <a:xfrm>
                <a:off x="8067340" y="-4437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B362F58D-B0B4-2941-8C9C-73858832E2BD}"/>
                </a:ext>
              </a:extLst>
            </p:cNvPr>
            <p:cNvGrpSpPr/>
            <p:nvPr/>
          </p:nvGrpSpPr>
          <p:grpSpPr>
            <a:xfrm>
              <a:off x="7543800" y="69408"/>
              <a:ext cx="590775" cy="67236"/>
              <a:chOff x="7543800" y="72612"/>
              <a:chExt cx="590775" cy="67236"/>
            </a:xfrm>
            <a:grpFill/>
          </p:grpSpPr>
          <p:sp>
            <p:nvSpPr>
              <p:cNvPr id="69" name="Oval 68">
                <a:extLst>
                  <a:ext uri="{FF2B5EF4-FFF2-40B4-BE49-F238E27FC236}">
                    <a16:creationId xmlns:a16="http://schemas.microsoft.com/office/drawing/2014/main" id="{0B0A3173-CBD7-C543-BCB3-3D7B175BF0D1}"/>
                  </a:ext>
                </a:extLst>
              </p:cNvPr>
              <p:cNvSpPr/>
              <p:nvPr/>
            </p:nvSpPr>
            <p:spPr>
              <a:xfrm>
                <a:off x="754380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270BE89-86B2-0C44-BFBF-E949724C76F5}"/>
                  </a:ext>
                </a:extLst>
              </p:cNvPr>
              <p:cNvSpPr/>
              <p:nvPr/>
            </p:nvSpPr>
            <p:spPr>
              <a:xfrm>
                <a:off x="767468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0DBAAD5-0709-0249-AFE5-B51C1657F120}"/>
                  </a:ext>
                </a:extLst>
              </p:cNvPr>
              <p:cNvSpPr/>
              <p:nvPr/>
            </p:nvSpPr>
            <p:spPr>
              <a:xfrm>
                <a:off x="7805570"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2CED9AD7-8475-FF4E-83E0-447F5BFE04EC}"/>
                  </a:ext>
                </a:extLst>
              </p:cNvPr>
              <p:cNvSpPr/>
              <p:nvPr/>
            </p:nvSpPr>
            <p:spPr>
              <a:xfrm>
                <a:off x="7936455" y="7261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95308FC-9CD4-D84C-A31C-C90C9C0598CF}"/>
                  </a:ext>
                </a:extLst>
              </p:cNvPr>
              <p:cNvSpPr/>
              <p:nvPr/>
            </p:nvSpPr>
            <p:spPr>
              <a:xfrm>
                <a:off x="8067340" y="7261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E9B9A97B-CF49-5D4C-945C-EFC829AF774E}"/>
                </a:ext>
              </a:extLst>
            </p:cNvPr>
            <p:cNvGrpSpPr/>
            <p:nvPr/>
          </p:nvGrpSpPr>
          <p:grpSpPr>
            <a:xfrm>
              <a:off x="7543800" y="184795"/>
              <a:ext cx="590775" cy="67236"/>
              <a:chOff x="7543800" y="187359"/>
              <a:chExt cx="590775" cy="67236"/>
            </a:xfrm>
            <a:grpFill/>
          </p:grpSpPr>
          <p:sp>
            <p:nvSpPr>
              <p:cNvPr id="64" name="Oval 63">
                <a:extLst>
                  <a:ext uri="{FF2B5EF4-FFF2-40B4-BE49-F238E27FC236}">
                    <a16:creationId xmlns:a16="http://schemas.microsoft.com/office/drawing/2014/main" id="{E60AB1B0-C228-C841-BB3C-5D94CC192204}"/>
                  </a:ext>
                </a:extLst>
              </p:cNvPr>
              <p:cNvSpPr/>
              <p:nvPr/>
            </p:nvSpPr>
            <p:spPr>
              <a:xfrm>
                <a:off x="754380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FFC430E-3504-DE4E-A27F-14AD0F843BED}"/>
                  </a:ext>
                </a:extLst>
              </p:cNvPr>
              <p:cNvSpPr/>
              <p:nvPr/>
            </p:nvSpPr>
            <p:spPr>
              <a:xfrm>
                <a:off x="767468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08D0CA93-8B91-EA48-9056-E6416966DF49}"/>
                  </a:ext>
                </a:extLst>
              </p:cNvPr>
              <p:cNvSpPr/>
              <p:nvPr/>
            </p:nvSpPr>
            <p:spPr>
              <a:xfrm>
                <a:off x="7805570"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D92517-6812-5149-92CF-50FCBD8A4701}"/>
                  </a:ext>
                </a:extLst>
              </p:cNvPr>
              <p:cNvSpPr/>
              <p:nvPr/>
            </p:nvSpPr>
            <p:spPr>
              <a:xfrm>
                <a:off x="7936455" y="187360"/>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B07E2EB-0D93-D14F-949B-7079E6A3BF89}"/>
                  </a:ext>
                </a:extLst>
              </p:cNvPr>
              <p:cNvSpPr/>
              <p:nvPr/>
            </p:nvSpPr>
            <p:spPr>
              <a:xfrm>
                <a:off x="8067340" y="187359"/>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68F9E4E0-1FAD-7047-B470-3411288B1768}"/>
                </a:ext>
              </a:extLst>
            </p:cNvPr>
            <p:cNvGrpSpPr/>
            <p:nvPr/>
          </p:nvGrpSpPr>
          <p:grpSpPr>
            <a:xfrm>
              <a:off x="7543800" y="300182"/>
              <a:ext cx="590775" cy="67236"/>
              <a:chOff x="7543800" y="302105"/>
              <a:chExt cx="590775" cy="67236"/>
            </a:xfrm>
            <a:grpFill/>
          </p:grpSpPr>
          <p:sp>
            <p:nvSpPr>
              <p:cNvPr id="59" name="Oval 58">
                <a:extLst>
                  <a:ext uri="{FF2B5EF4-FFF2-40B4-BE49-F238E27FC236}">
                    <a16:creationId xmlns:a16="http://schemas.microsoft.com/office/drawing/2014/main" id="{0D6521BF-1EDD-C041-BD26-356D0CF00950}"/>
                  </a:ext>
                </a:extLst>
              </p:cNvPr>
              <p:cNvSpPr/>
              <p:nvPr/>
            </p:nvSpPr>
            <p:spPr>
              <a:xfrm>
                <a:off x="754380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B20D3A0-035A-124F-BF7E-9A4A631A2839}"/>
                  </a:ext>
                </a:extLst>
              </p:cNvPr>
              <p:cNvSpPr/>
              <p:nvPr/>
            </p:nvSpPr>
            <p:spPr>
              <a:xfrm>
                <a:off x="767468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E6EC0028-8852-614C-A343-C8946CC464CC}"/>
                  </a:ext>
                </a:extLst>
              </p:cNvPr>
              <p:cNvSpPr/>
              <p:nvPr/>
            </p:nvSpPr>
            <p:spPr>
              <a:xfrm>
                <a:off x="7805570"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FF36CF9-7A74-3247-A88C-3A9DE3D92C83}"/>
                  </a:ext>
                </a:extLst>
              </p:cNvPr>
              <p:cNvSpPr/>
              <p:nvPr/>
            </p:nvSpPr>
            <p:spPr>
              <a:xfrm>
                <a:off x="7936455" y="302106"/>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6B0927AF-DFD7-814F-8BD8-B9AC4554EBA6}"/>
                  </a:ext>
                </a:extLst>
              </p:cNvPr>
              <p:cNvSpPr/>
              <p:nvPr/>
            </p:nvSpPr>
            <p:spPr>
              <a:xfrm>
                <a:off x="8067340" y="302105"/>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A833CFF8-004C-5A45-93AE-F1B04D35CFEE}"/>
                </a:ext>
              </a:extLst>
            </p:cNvPr>
            <p:cNvGrpSpPr/>
            <p:nvPr/>
          </p:nvGrpSpPr>
          <p:grpSpPr>
            <a:xfrm>
              <a:off x="7543800" y="415569"/>
              <a:ext cx="590775" cy="67236"/>
              <a:chOff x="7543800" y="416851"/>
              <a:chExt cx="590775" cy="67236"/>
            </a:xfrm>
            <a:grpFill/>
          </p:grpSpPr>
          <p:sp>
            <p:nvSpPr>
              <p:cNvPr id="54" name="Oval 53">
                <a:extLst>
                  <a:ext uri="{FF2B5EF4-FFF2-40B4-BE49-F238E27FC236}">
                    <a16:creationId xmlns:a16="http://schemas.microsoft.com/office/drawing/2014/main" id="{D3FBD0E7-31A0-F94A-BD70-EBF27530379E}"/>
                  </a:ext>
                </a:extLst>
              </p:cNvPr>
              <p:cNvSpPr/>
              <p:nvPr/>
            </p:nvSpPr>
            <p:spPr>
              <a:xfrm>
                <a:off x="754380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28E8659-FD62-734C-BAE4-77F5877C8AAB}"/>
                  </a:ext>
                </a:extLst>
              </p:cNvPr>
              <p:cNvSpPr/>
              <p:nvPr/>
            </p:nvSpPr>
            <p:spPr>
              <a:xfrm>
                <a:off x="767468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EB55D90-3D86-974E-B5BE-1EF1542D5823}"/>
                  </a:ext>
                </a:extLst>
              </p:cNvPr>
              <p:cNvSpPr/>
              <p:nvPr/>
            </p:nvSpPr>
            <p:spPr>
              <a:xfrm>
                <a:off x="7805570"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DA2F6D66-F094-5941-BBC4-DFF532EA8A01}"/>
                  </a:ext>
                </a:extLst>
              </p:cNvPr>
              <p:cNvSpPr/>
              <p:nvPr/>
            </p:nvSpPr>
            <p:spPr>
              <a:xfrm>
                <a:off x="7936455" y="416852"/>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90B44F1-1E8C-2B4E-A240-6FD37C76051F}"/>
                  </a:ext>
                </a:extLst>
              </p:cNvPr>
              <p:cNvSpPr/>
              <p:nvPr/>
            </p:nvSpPr>
            <p:spPr>
              <a:xfrm>
                <a:off x="8067340" y="416851"/>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1A77F22-CD46-2242-A891-03E53836616E}"/>
                </a:ext>
              </a:extLst>
            </p:cNvPr>
            <p:cNvGrpSpPr/>
            <p:nvPr/>
          </p:nvGrpSpPr>
          <p:grpSpPr>
            <a:xfrm>
              <a:off x="7543800" y="530956"/>
              <a:ext cx="590775" cy="67236"/>
              <a:chOff x="7543800" y="531597"/>
              <a:chExt cx="590775" cy="67236"/>
            </a:xfrm>
            <a:grpFill/>
          </p:grpSpPr>
          <p:sp>
            <p:nvSpPr>
              <p:cNvPr id="49" name="Oval 48">
                <a:extLst>
                  <a:ext uri="{FF2B5EF4-FFF2-40B4-BE49-F238E27FC236}">
                    <a16:creationId xmlns:a16="http://schemas.microsoft.com/office/drawing/2014/main" id="{8130E007-CA66-D641-82BF-0E7F3AED0738}"/>
                  </a:ext>
                </a:extLst>
              </p:cNvPr>
              <p:cNvSpPr/>
              <p:nvPr/>
            </p:nvSpPr>
            <p:spPr>
              <a:xfrm>
                <a:off x="754380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67D476D-5953-CD4B-88E4-15D729FF19B0}"/>
                  </a:ext>
                </a:extLst>
              </p:cNvPr>
              <p:cNvSpPr/>
              <p:nvPr/>
            </p:nvSpPr>
            <p:spPr>
              <a:xfrm>
                <a:off x="767468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C75BE9D-7E96-854D-A01D-AE21601033E9}"/>
                  </a:ext>
                </a:extLst>
              </p:cNvPr>
              <p:cNvSpPr/>
              <p:nvPr/>
            </p:nvSpPr>
            <p:spPr>
              <a:xfrm>
                <a:off x="7805570"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64E24A2-C705-6D42-83FE-170C07AC936B}"/>
                  </a:ext>
                </a:extLst>
              </p:cNvPr>
              <p:cNvSpPr/>
              <p:nvPr/>
            </p:nvSpPr>
            <p:spPr>
              <a:xfrm>
                <a:off x="7936455" y="531598"/>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9E99AB5-FA5F-BC40-9EE2-4700BCEDFA37}"/>
                  </a:ext>
                </a:extLst>
              </p:cNvPr>
              <p:cNvSpPr/>
              <p:nvPr/>
            </p:nvSpPr>
            <p:spPr>
              <a:xfrm>
                <a:off x="8067340" y="531597"/>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4E7BFB8A-7AA7-B048-8829-1AB01E305AF0}"/>
                </a:ext>
              </a:extLst>
            </p:cNvPr>
            <p:cNvGrpSpPr/>
            <p:nvPr/>
          </p:nvGrpSpPr>
          <p:grpSpPr>
            <a:xfrm>
              <a:off x="7543800" y="646343"/>
              <a:ext cx="590775" cy="67236"/>
              <a:chOff x="7543800" y="646343"/>
              <a:chExt cx="590775" cy="67236"/>
            </a:xfrm>
            <a:grpFill/>
          </p:grpSpPr>
          <p:sp>
            <p:nvSpPr>
              <p:cNvPr id="44" name="Oval 43">
                <a:extLst>
                  <a:ext uri="{FF2B5EF4-FFF2-40B4-BE49-F238E27FC236}">
                    <a16:creationId xmlns:a16="http://schemas.microsoft.com/office/drawing/2014/main" id="{C159488D-2C14-4C46-AAFA-07834965055F}"/>
                  </a:ext>
                </a:extLst>
              </p:cNvPr>
              <p:cNvSpPr/>
              <p:nvPr/>
            </p:nvSpPr>
            <p:spPr>
              <a:xfrm>
                <a:off x="754380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85CC224E-6F7F-8741-8D82-5728A5B414C9}"/>
                  </a:ext>
                </a:extLst>
              </p:cNvPr>
              <p:cNvSpPr/>
              <p:nvPr/>
            </p:nvSpPr>
            <p:spPr>
              <a:xfrm>
                <a:off x="767468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18A8A83-0307-2B47-9FC8-157B5CD3C696}"/>
                  </a:ext>
                </a:extLst>
              </p:cNvPr>
              <p:cNvSpPr/>
              <p:nvPr/>
            </p:nvSpPr>
            <p:spPr>
              <a:xfrm>
                <a:off x="7805570"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83E58EC-55E2-434B-B722-5DBE8A13F37C}"/>
                  </a:ext>
                </a:extLst>
              </p:cNvPr>
              <p:cNvSpPr/>
              <p:nvPr/>
            </p:nvSpPr>
            <p:spPr>
              <a:xfrm>
                <a:off x="7936455" y="646344"/>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9B6F27C-DA8B-1043-8A3A-33E5826F3060}"/>
                  </a:ext>
                </a:extLst>
              </p:cNvPr>
              <p:cNvSpPr/>
              <p:nvPr/>
            </p:nvSpPr>
            <p:spPr>
              <a:xfrm>
                <a:off x="8067340" y="646343"/>
                <a:ext cx="67235" cy="672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4" name="Title 1">
            <a:extLst>
              <a:ext uri="{FF2B5EF4-FFF2-40B4-BE49-F238E27FC236}">
                <a16:creationId xmlns:a16="http://schemas.microsoft.com/office/drawing/2014/main" id="{6427E4E8-5D51-204C-849F-C9236A62C23E}"/>
              </a:ext>
            </a:extLst>
          </p:cNvPr>
          <p:cNvSpPr>
            <a:spLocks noGrp="1"/>
          </p:cNvSpPr>
          <p:nvPr>
            <p:ph type="ctrTitle" hasCustomPrompt="1"/>
          </p:nvPr>
        </p:nvSpPr>
        <p:spPr>
          <a:xfrm>
            <a:off x="1368927" y="1371600"/>
            <a:ext cx="4615014" cy="1640898"/>
          </a:xfrm>
        </p:spPr>
        <p:txBody>
          <a:bodyPr anchor="t"/>
          <a:lstStyle>
            <a:lvl1pPr algn="l">
              <a:lnSpc>
                <a:spcPct val="80000"/>
              </a:lnSpc>
              <a:defRPr sz="4400">
                <a:solidFill>
                  <a:schemeClr val="tx2"/>
                </a:solidFill>
              </a:defRPr>
            </a:lvl1pPr>
          </a:lstStyle>
          <a:p>
            <a:r>
              <a:rPr lang="en-US" dirty="0"/>
              <a:t>This slide is used to highlight some form of content </a:t>
            </a:r>
          </a:p>
        </p:txBody>
      </p:sp>
      <p:sp>
        <p:nvSpPr>
          <p:cNvPr id="85" name="Picture Placeholder 4">
            <a:extLst>
              <a:ext uri="{FF2B5EF4-FFF2-40B4-BE49-F238E27FC236}">
                <a16:creationId xmlns:a16="http://schemas.microsoft.com/office/drawing/2014/main" id="{848A26CC-5521-DD47-862F-3B77250C5ED6}"/>
              </a:ext>
            </a:extLst>
          </p:cNvPr>
          <p:cNvSpPr>
            <a:spLocks noGrp="1"/>
          </p:cNvSpPr>
          <p:nvPr>
            <p:ph type="pic" sz="quarter" idx="10" hasCustomPrompt="1"/>
          </p:nvPr>
        </p:nvSpPr>
        <p:spPr>
          <a:xfrm>
            <a:off x="6933057" y="469931"/>
            <a:ext cx="4257670" cy="6388059"/>
          </a:xfrm>
        </p:spPr>
        <p:txBody>
          <a:bodyPr anchor="ctr"/>
          <a:lstStyle>
            <a:lvl1pPr algn="ctr">
              <a:buNone/>
              <a:defRPr/>
            </a:lvl1pPr>
          </a:lstStyle>
          <a:p>
            <a:r>
              <a:rPr lang="en-US" dirty="0"/>
              <a:t>Insert Image</a:t>
            </a:r>
          </a:p>
        </p:txBody>
      </p:sp>
      <p:sp>
        <p:nvSpPr>
          <p:cNvPr id="88" name="Text Placeholder 87">
            <a:extLst>
              <a:ext uri="{FF2B5EF4-FFF2-40B4-BE49-F238E27FC236}">
                <a16:creationId xmlns:a16="http://schemas.microsoft.com/office/drawing/2014/main" id="{1E887DE2-31FB-5E44-AC0C-85A687E03135}"/>
              </a:ext>
            </a:extLst>
          </p:cNvPr>
          <p:cNvSpPr>
            <a:spLocks noGrp="1"/>
          </p:cNvSpPr>
          <p:nvPr>
            <p:ph type="body" sz="quarter" idx="14" hasCustomPrompt="1"/>
          </p:nvPr>
        </p:nvSpPr>
        <p:spPr>
          <a:xfrm>
            <a:off x="1368425" y="3291944"/>
            <a:ext cx="4386263" cy="664797"/>
          </a:xfrm>
        </p:spPr>
        <p:txBody>
          <a:bodyPr/>
          <a:lstStyle>
            <a:lvl1pPr marL="0" indent="0" algn="l">
              <a:spcBef>
                <a:spcPts val="0"/>
              </a:spcBef>
              <a:spcAft>
                <a:spcPts val="600"/>
              </a:spcAft>
              <a:buFont typeface="Arial" panose="020B0604020202020204" pitchFamily="34" charset="0"/>
              <a:buNone/>
              <a:defRPr sz="2400"/>
            </a:lvl1pPr>
            <a:lvl2pPr>
              <a:buNone/>
              <a:defRPr/>
            </a:lvl2pPr>
            <a:lvl3pPr>
              <a:buNone/>
              <a:defRPr/>
            </a:lvl3pPr>
            <a:lvl4pPr>
              <a:buNone/>
              <a:defRPr/>
            </a:lvl4pPr>
            <a:lvl5pPr>
              <a:buNone/>
              <a:defRPr/>
            </a:lvl5pPr>
          </a:lstStyle>
          <a:p>
            <a:pPr lvl="0"/>
            <a:r>
              <a:rPr lang="en-US" dirty="0"/>
              <a:t>Add a sentence of descriptive text if needed.</a:t>
            </a:r>
          </a:p>
        </p:txBody>
      </p:sp>
      <p:sp>
        <p:nvSpPr>
          <p:cNvPr id="2" name="TextBox 1">
            <a:extLst>
              <a:ext uri="{FF2B5EF4-FFF2-40B4-BE49-F238E27FC236}">
                <a16:creationId xmlns:a16="http://schemas.microsoft.com/office/drawing/2014/main" id="{63BB5390-C0AB-4786-03DC-C85EE7F2FA6B}"/>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018154316"/>
      </p:ext>
    </p:extLst>
  </p:cSld>
  <p:clrMapOvr>
    <a:masterClrMapping/>
  </p:clrMapOvr>
  <p:transition>
    <p:fade/>
  </p:transition>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CF1D458-D634-BC49-B5AD-B81F54D6E388}"/>
              </a:ext>
            </a:extLst>
          </p:cNvPr>
          <p:cNvGrpSpPr/>
          <p:nvPr userDrawn="1"/>
        </p:nvGrpSpPr>
        <p:grpSpPr>
          <a:xfrm>
            <a:off x="488347" y="633791"/>
            <a:ext cx="175450" cy="136055"/>
            <a:chOff x="11343190" y="687636"/>
            <a:chExt cx="274320" cy="212725"/>
          </a:xfrm>
        </p:grpSpPr>
        <p:cxnSp>
          <p:nvCxnSpPr>
            <p:cNvPr id="9" name="Straight Connector 8">
              <a:extLst>
                <a:ext uri="{FF2B5EF4-FFF2-40B4-BE49-F238E27FC236}">
                  <a16:creationId xmlns:a16="http://schemas.microsoft.com/office/drawing/2014/main" id="{D398ECBF-783D-124F-A764-236EEB0DC6A0}"/>
                </a:ext>
              </a:extLst>
            </p:cNvPr>
            <p:cNvCxnSpPr/>
            <p:nvPr/>
          </p:nvCxnSpPr>
          <p:spPr>
            <a:xfrm>
              <a:off x="11343190" y="687636"/>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725DF0-2BCF-8249-AAC5-78F7F594315F}"/>
                </a:ext>
              </a:extLst>
            </p:cNvPr>
            <p:cNvCxnSpPr/>
            <p:nvPr/>
          </p:nvCxnSpPr>
          <p:spPr>
            <a:xfrm>
              <a:off x="11343190" y="758544"/>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9B61B6-9BDB-FB44-B378-F96AFB860B19}"/>
                </a:ext>
              </a:extLst>
            </p:cNvPr>
            <p:cNvCxnSpPr/>
            <p:nvPr/>
          </p:nvCxnSpPr>
          <p:spPr>
            <a:xfrm>
              <a:off x="11343190" y="829452"/>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56B7EE8-1931-C649-B12A-9B07F0D0D258}"/>
                </a:ext>
              </a:extLst>
            </p:cNvPr>
            <p:cNvCxnSpPr/>
            <p:nvPr/>
          </p:nvCxnSpPr>
          <p:spPr>
            <a:xfrm>
              <a:off x="11343190" y="900361"/>
              <a:ext cx="27432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B5C67885-D7EC-F54D-9FA7-B74104BB22BA}"/>
              </a:ext>
            </a:extLst>
          </p:cNvPr>
          <p:cNvCxnSpPr>
            <a:cxnSpLocks/>
          </p:cNvCxnSpPr>
          <p:nvPr userDrawn="1"/>
        </p:nvCxnSpPr>
        <p:spPr>
          <a:xfrm>
            <a:off x="576072" y="914400"/>
            <a:ext cx="0" cy="5029200"/>
          </a:xfrm>
          <a:prstGeom prst="line">
            <a:avLst/>
          </a:prstGeom>
          <a:ln w="127000">
            <a:gradFill>
              <a:gsLst>
                <a:gs pos="0">
                  <a:schemeClr val="accent2"/>
                </a:gs>
                <a:gs pos="100000">
                  <a:schemeClr val="accent2"/>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7486BE32-D590-3242-B4C4-A6516619FFE0}"/>
              </a:ext>
            </a:extLst>
          </p:cNvPr>
          <p:cNvSpPr>
            <a:spLocks noGrp="1"/>
          </p:cNvSpPr>
          <p:nvPr>
            <p:ph type="body" sz="quarter" idx="10" hasCustomPrompt="1"/>
          </p:nvPr>
        </p:nvSpPr>
        <p:spPr>
          <a:xfrm>
            <a:off x="1143000" y="4197583"/>
            <a:ext cx="3441700" cy="1746017"/>
          </a:xfrm>
          <a:solidFill>
            <a:schemeClr val="accent1"/>
          </a:solidFill>
        </p:spPr>
        <p:txBody>
          <a:bodyPr lIns="182880" tIns="182880" rIns="182880" bIns="182880" anchor="ctr">
            <a:noAutofit/>
          </a:bodyPr>
          <a:lstStyle>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dirty="0"/>
              <a:t>Click to edit text</a:t>
            </a:r>
          </a:p>
        </p:txBody>
      </p:sp>
      <p:sp>
        <p:nvSpPr>
          <p:cNvPr id="14" name="Text Placeholder 5">
            <a:extLst>
              <a:ext uri="{FF2B5EF4-FFF2-40B4-BE49-F238E27FC236}">
                <a16:creationId xmlns:a16="http://schemas.microsoft.com/office/drawing/2014/main" id="{1426F026-DBC2-9949-90BC-0C92D5573AF4}"/>
              </a:ext>
            </a:extLst>
          </p:cNvPr>
          <p:cNvSpPr>
            <a:spLocks noGrp="1"/>
          </p:cNvSpPr>
          <p:nvPr>
            <p:ph type="body" sz="quarter" idx="11" hasCustomPrompt="1"/>
          </p:nvPr>
        </p:nvSpPr>
        <p:spPr>
          <a:xfrm>
            <a:off x="4679950" y="4197583"/>
            <a:ext cx="3441700" cy="1746017"/>
          </a:xfrm>
          <a:solidFill>
            <a:schemeClr val="accent1">
              <a:lumMod val="75000"/>
            </a:schemeClr>
          </a:solidFill>
        </p:spPr>
        <p:txBody>
          <a:bodyPr lIns="182880" tIns="182880" rIns="182880" bIns="182880" anchor="ctr">
            <a:noAutofit/>
          </a:bodyPr>
          <a:lstStyle>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dirty="0"/>
              <a:t>Click to edit text</a:t>
            </a:r>
          </a:p>
        </p:txBody>
      </p:sp>
      <p:sp>
        <p:nvSpPr>
          <p:cNvPr id="15" name="Text Placeholder 5">
            <a:extLst>
              <a:ext uri="{FF2B5EF4-FFF2-40B4-BE49-F238E27FC236}">
                <a16:creationId xmlns:a16="http://schemas.microsoft.com/office/drawing/2014/main" id="{C062984B-9ED1-3A46-8503-74132E81CA74}"/>
              </a:ext>
            </a:extLst>
          </p:cNvPr>
          <p:cNvSpPr>
            <a:spLocks noGrp="1"/>
          </p:cNvSpPr>
          <p:nvPr>
            <p:ph type="body" sz="quarter" idx="12" hasCustomPrompt="1"/>
          </p:nvPr>
        </p:nvSpPr>
        <p:spPr>
          <a:xfrm>
            <a:off x="8216900" y="4197582"/>
            <a:ext cx="3441700" cy="1746017"/>
          </a:xfrm>
          <a:solidFill>
            <a:schemeClr val="accent1">
              <a:lumMod val="50000"/>
            </a:schemeClr>
          </a:solidFill>
        </p:spPr>
        <p:txBody>
          <a:bodyPr lIns="182880" tIns="182880" rIns="182880" bIns="182880" anchor="ctr">
            <a:noAutofit/>
          </a:bodyPr>
          <a:lstStyle>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dirty="0"/>
              <a:t>Click to edit text</a:t>
            </a:r>
          </a:p>
        </p:txBody>
      </p:sp>
      <p:sp>
        <p:nvSpPr>
          <p:cNvPr id="17" name="Picture Placeholder 16">
            <a:extLst>
              <a:ext uri="{FF2B5EF4-FFF2-40B4-BE49-F238E27FC236}">
                <a16:creationId xmlns:a16="http://schemas.microsoft.com/office/drawing/2014/main" id="{E1ED4185-8286-4D41-8494-C7D287B022F6}"/>
              </a:ext>
            </a:extLst>
          </p:cNvPr>
          <p:cNvSpPr>
            <a:spLocks noGrp="1"/>
          </p:cNvSpPr>
          <p:nvPr>
            <p:ph type="pic" sz="quarter" idx="13"/>
          </p:nvPr>
        </p:nvSpPr>
        <p:spPr>
          <a:xfrm>
            <a:off x="1143000" y="1502154"/>
            <a:ext cx="3441700" cy="2695431"/>
          </a:xfrm>
        </p:spPr>
        <p:txBody>
          <a:bodyPr anchor="ctr"/>
          <a:lstStyle>
            <a:lvl1pPr algn="ctr">
              <a:buNone/>
              <a:defRPr/>
            </a:lvl1pPr>
          </a:lstStyle>
          <a:p>
            <a:r>
              <a:rPr lang="en-US"/>
              <a:t>Click icon to add picture</a:t>
            </a:r>
          </a:p>
        </p:txBody>
      </p:sp>
      <p:sp>
        <p:nvSpPr>
          <p:cNvPr id="18" name="Picture Placeholder 16">
            <a:extLst>
              <a:ext uri="{FF2B5EF4-FFF2-40B4-BE49-F238E27FC236}">
                <a16:creationId xmlns:a16="http://schemas.microsoft.com/office/drawing/2014/main" id="{48B7F9AA-734B-ED43-8307-D6087385EB5C}"/>
              </a:ext>
            </a:extLst>
          </p:cNvPr>
          <p:cNvSpPr>
            <a:spLocks noGrp="1"/>
          </p:cNvSpPr>
          <p:nvPr>
            <p:ph type="pic" sz="quarter" idx="14"/>
          </p:nvPr>
        </p:nvSpPr>
        <p:spPr>
          <a:xfrm>
            <a:off x="4679950" y="1502153"/>
            <a:ext cx="3441700" cy="2695431"/>
          </a:xfrm>
        </p:spPr>
        <p:txBody>
          <a:bodyPr anchor="ctr"/>
          <a:lstStyle>
            <a:lvl1pPr algn="ctr">
              <a:buNone/>
              <a:defRPr/>
            </a:lvl1pPr>
          </a:lstStyle>
          <a:p>
            <a:r>
              <a:rPr lang="en-US"/>
              <a:t>Click icon to add picture</a:t>
            </a:r>
          </a:p>
        </p:txBody>
      </p:sp>
      <p:sp>
        <p:nvSpPr>
          <p:cNvPr id="19" name="Picture Placeholder 16">
            <a:extLst>
              <a:ext uri="{FF2B5EF4-FFF2-40B4-BE49-F238E27FC236}">
                <a16:creationId xmlns:a16="http://schemas.microsoft.com/office/drawing/2014/main" id="{A5457519-2E4B-294B-8BAA-F05DD257942F}"/>
              </a:ext>
            </a:extLst>
          </p:cNvPr>
          <p:cNvSpPr>
            <a:spLocks noGrp="1"/>
          </p:cNvSpPr>
          <p:nvPr>
            <p:ph type="pic" sz="quarter" idx="15"/>
          </p:nvPr>
        </p:nvSpPr>
        <p:spPr>
          <a:xfrm>
            <a:off x="8216900" y="1502152"/>
            <a:ext cx="3441700" cy="2695431"/>
          </a:xfrm>
        </p:spPr>
        <p:txBody>
          <a:bodyPr anchor="ctr"/>
          <a:lstStyle>
            <a:lvl1pPr algn="ctr">
              <a:buNone/>
              <a:defRPr/>
            </a:lvl1pPr>
          </a:lstStyle>
          <a:p>
            <a:r>
              <a:rPr lang="en-US"/>
              <a:t>Click icon to add picture</a:t>
            </a:r>
          </a:p>
        </p:txBody>
      </p:sp>
      <p:sp>
        <p:nvSpPr>
          <p:cNvPr id="21" name="Picture Placeholder 5">
            <a:extLst>
              <a:ext uri="{FF2B5EF4-FFF2-40B4-BE49-F238E27FC236}">
                <a16:creationId xmlns:a16="http://schemas.microsoft.com/office/drawing/2014/main" id="{C05256AA-EDDE-9E4F-BD42-D7A266ADD57C}"/>
              </a:ext>
            </a:extLst>
          </p:cNvPr>
          <p:cNvSpPr>
            <a:spLocks noGrp="1"/>
          </p:cNvSpPr>
          <p:nvPr>
            <p:ph type="pic" sz="quarter" idx="16" hasCustomPrompt="1"/>
          </p:nvPr>
        </p:nvSpPr>
        <p:spPr>
          <a:xfrm>
            <a:off x="9762939" y="457695"/>
            <a:ext cx="1895661" cy="456706"/>
          </a:xfrm>
        </p:spPr>
        <p:txBody>
          <a:bodyPr anchor="ctr"/>
          <a:lstStyle>
            <a:lvl1pPr marL="0" indent="0" algn="ctr">
              <a:buFont typeface="Arial" panose="020B0604020202020204" pitchFamily="34" charset="0"/>
              <a:buNone/>
              <a:defRPr/>
            </a:lvl1pPr>
          </a:lstStyle>
          <a:p>
            <a:r>
              <a:rPr lang="en-US" dirty="0"/>
              <a:t>Select Logo</a:t>
            </a:r>
          </a:p>
        </p:txBody>
      </p:sp>
      <p:sp>
        <p:nvSpPr>
          <p:cNvPr id="20" name="Title 1">
            <a:extLst>
              <a:ext uri="{FF2B5EF4-FFF2-40B4-BE49-F238E27FC236}">
                <a16:creationId xmlns:a16="http://schemas.microsoft.com/office/drawing/2014/main" id="{231C44B8-32F8-184E-AFD1-144543000055}"/>
              </a:ext>
            </a:extLst>
          </p:cNvPr>
          <p:cNvSpPr>
            <a:spLocks noGrp="1"/>
          </p:cNvSpPr>
          <p:nvPr>
            <p:ph type="title" hasCustomPrompt="1"/>
          </p:nvPr>
        </p:nvSpPr>
        <p:spPr>
          <a:xfrm>
            <a:off x="1143000" y="914400"/>
            <a:ext cx="10515600" cy="443198"/>
          </a:xfrm>
        </p:spPr>
        <p:txBody>
          <a:bodyPr/>
          <a:lstStyle/>
          <a:p>
            <a:r>
              <a:rPr lang="en-US" dirty="0"/>
              <a:t>Click to add one-line slide title</a:t>
            </a:r>
          </a:p>
        </p:txBody>
      </p:sp>
      <p:sp>
        <p:nvSpPr>
          <p:cNvPr id="2" name="TextBox 1">
            <a:extLst>
              <a:ext uri="{FF2B5EF4-FFF2-40B4-BE49-F238E27FC236}">
                <a16:creationId xmlns:a16="http://schemas.microsoft.com/office/drawing/2014/main" id="{FA43125B-7A55-8352-1B87-4F5AF40DF302}"/>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506054407"/>
      </p:ext>
    </p:extLst>
  </p:cSld>
  <p:clrMapOvr>
    <a:masterClrMapping/>
  </p:clrMapOvr>
  <p:transition>
    <p:fade/>
  </p:transition>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483B231-37F5-5921-D3FF-F9F1D003CD9A}"/>
              </a:ext>
            </a:extLst>
          </p:cNvPr>
          <p:cNvSpPr/>
          <p:nvPr userDrawn="1"/>
        </p:nvSpPr>
        <p:spPr>
          <a:xfrm>
            <a:off x="75063" y="61415"/>
            <a:ext cx="1624083" cy="5254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urple and orange text on a black background&#10;&#10;Description automatically generated">
            <a:extLst>
              <a:ext uri="{FF2B5EF4-FFF2-40B4-BE49-F238E27FC236}">
                <a16:creationId xmlns:a16="http://schemas.microsoft.com/office/drawing/2014/main" id="{F906AF7F-75C2-8ECA-0C00-DB0EB3741E0E}"/>
              </a:ext>
            </a:extLst>
          </p:cNvPr>
          <p:cNvPicPr>
            <a:picLocks noChangeAspect="1"/>
          </p:cNvPicPr>
          <p:nvPr userDrawn="1"/>
        </p:nvPicPr>
        <p:blipFill>
          <a:blip r:embed="rId2"/>
          <a:stretch>
            <a:fillRect/>
          </a:stretch>
        </p:blipFill>
        <p:spPr>
          <a:xfrm>
            <a:off x="75063" y="61415"/>
            <a:ext cx="1622685" cy="457200"/>
          </a:xfrm>
          <a:prstGeom prst="rect">
            <a:avLst/>
          </a:prstGeom>
        </p:spPr>
      </p:pic>
      <p:sp>
        <p:nvSpPr>
          <p:cNvPr id="2" name="TextBox 1">
            <a:extLst>
              <a:ext uri="{FF2B5EF4-FFF2-40B4-BE49-F238E27FC236}">
                <a16:creationId xmlns:a16="http://schemas.microsoft.com/office/drawing/2014/main" id="{839B59FC-67A3-5A39-046C-F9282C5EB554}"/>
              </a:ext>
            </a:extLst>
          </p:cNvPr>
          <p:cNvSpPr txBox="1"/>
          <p:nvPr userDrawn="1"/>
        </p:nvSpPr>
        <p:spPr>
          <a:xfrm>
            <a:off x="11637523" y="6557337"/>
            <a:ext cx="296695" cy="233312"/>
          </a:xfrm>
          <a:prstGeom prst="rect">
            <a:avLst/>
          </a:prstGeom>
          <a:noFill/>
        </p:spPr>
        <p:txBody>
          <a:bodyPr wrap="square" lIns="0" rIns="0" bIns="0" rtlCol="0" anchor="ctr">
            <a:noAutofit/>
          </a:bodyPr>
          <a:lstStyle/>
          <a:p>
            <a:pPr marL="0" marR="0" lvl="0" indent="0" algn="ctr" defTabSz="914400" rtl="0" eaLnBrk="1" fontAlgn="auto" latinLnBrk="0" hangingPunct="1">
              <a:spcBef>
                <a:spcPts val="0"/>
              </a:spcBef>
              <a:spcAft>
                <a:spcPts val="0"/>
              </a:spcAft>
              <a:buClrTx/>
              <a:buSzTx/>
              <a:buFontTx/>
              <a:buNone/>
              <a:tabLst/>
              <a:defRPr/>
            </a:pPr>
            <a:fld id="{34E0DD67-FBF1-4E64-B797-04A2FD0C6586}" type="slidenum">
              <a:rPr kumimoji="0" lang="en-US" sz="900" b="0" i="0" u="none" strike="noStrike" kern="1200" cap="none" spc="300" normalizeH="0" baseline="0" noProof="0" smtClean="0">
                <a:ln>
                  <a:noFill/>
                </a:ln>
                <a:solidFill>
                  <a:srgbClr val="F56600"/>
                </a:solidFill>
                <a:effectLst/>
                <a:uLnTx/>
                <a:uFillTx/>
                <a:latin typeface="Franklin Gothic Book" panose="020B0503020102020204"/>
                <a:ea typeface="+mn-ea"/>
                <a:cs typeface="+mn-cs"/>
              </a:rPr>
              <a:pPr marL="0" marR="0" lvl="0" indent="0" algn="ctr" defTabSz="914400" rtl="0" eaLnBrk="1" fontAlgn="auto" latinLnBrk="0" hangingPunct="1">
                <a:spcBef>
                  <a:spcPts val="0"/>
                </a:spcBef>
                <a:spcAft>
                  <a:spcPts val="0"/>
                </a:spcAft>
                <a:buClrTx/>
                <a:buSzTx/>
                <a:buFontTx/>
                <a:buNone/>
                <a:tabLst/>
                <a:defRPr/>
              </a:pPr>
              <a:t>‹#›</a:t>
            </a:fld>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44132549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1411" cy="443198"/>
          </a:xfrm>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79254" y="1323096"/>
            <a:ext cx="11222893" cy="15583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13">
            <a:extLst>
              <a:ext uri="{FF2B5EF4-FFF2-40B4-BE49-F238E27FC236}">
                <a16:creationId xmlns:a16="http://schemas.microsoft.com/office/drawing/2014/main" id="{8E958C2D-3EC5-45F3-8559-4495ABCAC720}"/>
              </a:ext>
            </a:extLst>
          </p:cNvPr>
          <p:cNvSpPr>
            <a:spLocks noGrp="1"/>
          </p:cNvSpPr>
          <p:nvPr>
            <p:ph type="sldNum" sz="quarter" idx="12"/>
          </p:nvPr>
        </p:nvSpPr>
        <p:spPr>
          <a:xfrm>
            <a:off x="9438211" y="6629963"/>
            <a:ext cx="2743200" cy="235473"/>
          </a:xfrm>
        </p:spPr>
        <p:txBody>
          <a:bodyPr/>
          <a:lstStyle>
            <a:lvl1pPr>
              <a:defRPr>
                <a:solidFill>
                  <a:srgbClr val="657C9B"/>
                </a:solidFill>
              </a:defRPr>
            </a:lvl1pPr>
          </a:lstStyle>
          <a:p>
            <a:pPr algn="r">
              <a:defRPr/>
            </a:pPr>
            <a:fld id="{A809AC2D-5F11-4F4D-88D7-7444691EEFA5}" type="slidenum">
              <a:rPr lang="en-US" sz="1200" smtClean="0">
                <a:latin typeface="Calibri" panose="020F0502020204030204"/>
              </a:rPr>
              <a:pPr algn="r">
                <a:defRPr/>
              </a:pPr>
              <a:t>‹#›</a:t>
            </a:fld>
            <a:endParaRPr lang="en-US" sz="1200" dirty="0">
              <a:latin typeface="Calibri" panose="020F0502020204030204"/>
            </a:endParaRPr>
          </a:p>
        </p:txBody>
      </p:sp>
    </p:spTree>
    <p:extLst>
      <p:ext uri="{BB962C8B-B14F-4D97-AF65-F5344CB8AC3E}">
        <p14:creationId xmlns:p14="http://schemas.microsoft.com/office/powerpoint/2010/main" val="32440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3000" y="685798"/>
            <a:ext cx="10515600" cy="443198"/>
          </a:xfrm>
          <a:prstGeom prst="rect">
            <a:avLst/>
          </a:prstGeom>
        </p:spPr>
        <p:txBody>
          <a:bodyPr vert="horz"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1143000" y="1245585"/>
            <a:ext cx="10515600" cy="1530675"/>
          </a:xfrm>
          <a:prstGeom prst="rect">
            <a:avLst/>
          </a:prstGeom>
        </p:spPr>
        <p:txBody>
          <a:bodyPr vert="horz" lIns="0" tIns="0" rIns="0" bIns="0" rtlCol="0" anchor="t">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descr="A black and white sign with white text&#10;&#10;Description automatically generated">
            <a:extLst>
              <a:ext uri="{FF2B5EF4-FFF2-40B4-BE49-F238E27FC236}">
                <a16:creationId xmlns:a16="http://schemas.microsoft.com/office/drawing/2014/main" id="{31CBAA0F-7B8C-A9E4-55F6-62C6A4C22583}"/>
              </a:ext>
            </a:extLst>
          </p:cNvPr>
          <p:cNvPicPr>
            <a:picLocks noChangeAspect="1"/>
          </p:cNvPicPr>
          <p:nvPr userDrawn="1"/>
        </p:nvPicPr>
        <p:blipFill>
          <a:blip r:embed="rId12"/>
          <a:stretch>
            <a:fillRect/>
          </a:stretch>
        </p:blipFill>
        <p:spPr>
          <a:xfrm>
            <a:off x="113287" y="67351"/>
            <a:ext cx="1622686" cy="457200"/>
          </a:xfrm>
          <a:prstGeom prst="rect">
            <a:avLst/>
          </a:prstGeom>
        </p:spPr>
      </p:pic>
      <p:sp>
        <p:nvSpPr>
          <p:cNvPr id="6" name="TextBox 5">
            <a:extLst>
              <a:ext uri="{FF2B5EF4-FFF2-40B4-BE49-F238E27FC236}">
                <a16:creationId xmlns:a16="http://schemas.microsoft.com/office/drawing/2014/main" id="{6CFDAEB5-E788-1B9E-B4DD-B019B6C2455A}"/>
              </a:ext>
            </a:extLst>
          </p:cNvPr>
          <p:cNvSpPr txBox="1"/>
          <p:nvPr userDrawn="1"/>
        </p:nvSpPr>
        <p:spPr>
          <a:xfrm>
            <a:off x="257782" y="6525710"/>
            <a:ext cx="3625849" cy="332290"/>
          </a:xfrm>
          <a:prstGeom prst="rect">
            <a:avLst/>
          </a:prstGeom>
          <a:noFill/>
        </p:spPr>
        <p:txBody>
          <a:bodyPr wrap="square" lIns="0" rIns="0" bIns="0" rtlCol="0" anchor="ctr">
            <a:noAutofit/>
          </a:bodyPr>
          <a:lstStyle/>
          <a:p>
            <a:pPr marL="0" marR="0" lvl="0" indent="0" defTabSz="914400" rtl="0" eaLnBrk="1" fontAlgn="auto" latinLnBrk="0" hangingPunct="1">
              <a:spcBef>
                <a:spcPts val="0"/>
              </a:spcBef>
              <a:spcAft>
                <a:spcPts val="0"/>
              </a:spcAft>
              <a:buClrTx/>
              <a:buSzTx/>
              <a:buFontTx/>
              <a:buNone/>
              <a:tabLst/>
              <a:defRPr/>
            </a:pPr>
            <a:r>
              <a:rPr kumimoji="0" lang="en-US" sz="900" b="0" i="0" u="none" strike="noStrike" kern="1200" cap="none" spc="300" normalizeH="0" baseline="0" noProof="0" dirty="0">
                <a:ln>
                  <a:noFill/>
                </a:ln>
                <a:solidFill>
                  <a:srgbClr val="F56600"/>
                </a:solidFill>
                <a:effectLst/>
                <a:uLnTx/>
                <a:uFillTx/>
                <a:latin typeface="+mn-lt"/>
                <a:ea typeface="+mn-ea"/>
                <a:cs typeface="+mn-cs"/>
              </a:rPr>
              <a:t>CPSC 8810 Machine Learning for Graphs</a:t>
            </a:r>
            <a:endParaRPr kumimoji="0" lang="en-US" sz="900" b="0" i="0" u="none" strike="noStrike" kern="1200" cap="none" spc="300" normalizeH="0" baseline="0" noProof="0" dirty="0">
              <a:ln>
                <a:noFill/>
              </a:ln>
              <a:solidFill>
                <a:srgbClr val="F56600"/>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2924523013"/>
      </p:ext>
    </p:extLst>
  </p:cSld>
  <p:clrMap bg1="lt1" tx1="dk1" bg2="lt2" tx2="dk2" accent1="accent1" accent2="accent2" accent3="accent3" accent4="accent4" accent5="accent5" accent6="accent6" hlink="hlink" folHlink="folHlink"/>
  <p:sldLayoutIdLst>
    <p:sldLayoutId id="2147483673" r:id="rId1"/>
    <p:sldLayoutId id="2147483678" r:id="rId2"/>
    <p:sldLayoutId id="2147483675" r:id="rId3"/>
    <p:sldLayoutId id="2147483676" r:id="rId4"/>
    <p:sldLayoutId id="2147483680" r:id="rId5"/>
    <p:sldLayoutId id="2147483681" r:id="rId6"/>
    <p:sldLayoutId id="2147483674" r:id="rId7"/>
    <p:sldLayoutId id="2147483679" r:id="rId8"/>
    <p:sldLayoutId id="2147483677" r:id="rId9"/>
    <p:sldLayoutId id="2147483682" r:id="rId10"/>
  </p:sldLayoutIdLst>
  <p:transition>
    <p:fade/>
  </p:transition>
  <p:hf hdr="0" dt="0"/>
  <p:txStyles>
    <p:titleStyle>
      <a:lvl1pPr algn="l" defTabSz="914400" rtl="0" eaLnBrk="1" latinLnBrk="0" hangingPunct="1">
        <a:lnSpc>
          <a:spcPct val="90000"/>
        </a:lnSpc>
        <a:spcBef>
          <a:spcPct val="0"/>
        </a:spcBef>
        <a:buNone/>
        <a:defRPr sz="3200" b="0" i="0" kern="1200">
          <a:solidFill>
            <a:schemeClr val="tx2"/>
          </a:solidFill>
          <a:latin typeface="+mj-lt"/>
          <a:ea typeface="+mj-ea"/>
          <a:cs typeface="Sabon Next LT" panose="02000500000000000000" pitchFamily="2" charset="0"/>
        </a:defRPr>
      </a:lvl1pPr>
    </p:titleStyle>
    <p:bodyStyle>
      <a:lvl1pPr marL="228600" indent="-228600" algn="l" defTabSz="914400" rtl="0" eaLnBrk="1" latinLnBrk="0" hangingPunct="1">
        <a:lnSpc>
          <a:spcPct val="90000"/>
        </a:lnSpc>
        <a:spcBef>
          <a:spcPts val="1000"/>
        </a:spcBef>
        <a:buClr>
          <a:schemeClr val="accent2"/>
        </a:buClr>
        <a:buFont typeface="Wingdings" pitchFamily="2" charset="2"/>
        <a:buChar char="§"/>
        <a:defRPr sz="2400" b="0" i="0" kern="1200">
          <a:solidFill>
            <a:schemeClr val="tx2"/>
          </a:solidFill>
          <a:latin typeface="+mn-lt"/>
          <a:ea typeface="+mn-ea"/>
          <a:cs typeface="+mn-cs"/>
        </a:defRPr>
      </a:lvl1pPr>
      <a:lvl2pPr marL="460375" indent="-225425" algn="l" defTabSz="914400" rtl="0" eaLnBrk="1" latinLnBrk="0" hangingPunct="1">
        <a:lnSpc>
          <a:spcPct val="90000"/>
        </a:lnSpc>
        <a:spcBef>
          <a:spcPts val="500"/>
        </a:spcBef>
        <a:buClr>
          <a:schemeClr val="accent2"/>
        </a:buClr>
        <a:buFont typeface="Wingdings" pitchFamily="2" charset="2"/>
        <a:buChar char="§"/>
        <a:tabLst/>
        <a:defRPr sz="2000" b="0" i="0" kern="1200">
          <a:solidFill>
            <a:schemeClr val="tx2"/>
          </a:solidFill>
          <a:latin typeface="+mn-lt"/>
          <a:ea typeface="+mn-ea"/>
          <a:cs typeface="+mn-cs"/>
        </a:defRPr>
      </a:lvl2pPr>
      <a:lvl3pPr marL="685800" indent="-246063"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3pPr>
      <a:lvl4pPr marL="858838" indent="-234950"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4pPr>
      <a:lvl5pPr marL="1033463" indent="-214313"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8.sv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8.sv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1.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2.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hyperlink" Target="https://www.dgl.ai/" TargetMode="Externa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12C2531-E1C2-B53A-AEB1-5E6DC986CD31}"/>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8EC0473E-A4B1-C538-FFCB-F25260027DF3}"/>
              </a:ext>
            </a:extLst>
          </p:cNvPr>
          <p:cNvSpPr>
            <a:spLocks noGrp="1"/>
          </p:cNvSpPr>
          <p:nvPr>
            <p:ph type="body" sz="quarter" idx="10"/>
          </p:nvPr>
        </p:nvSpPr>
        <p:spPr/>
        <p:txBody>
          <a:bodyPr/>
          <a:lstStyle/>
          <a:p>
            <a:endParaRPr lang="en-US"/>
          </a:p>
        </p:txBody>
      </p:sp>
      <p:sp>
        <p:nvSpPr>
          <p:cNvPr id="4" name="Title 3">
            <a:extLst>
              <a:ext uri="{FF2B5EF4-FFF2-40B4-BE49-F238E27FC236}">
                <a16:creationId xmlns:a16="http://schemas.microsoft.com/office/drawing/2014/main" id="{2EFBDD8D-7AE1-B0A3-8A18-699F1ACDEC5E}"/>
              </a:ext>
            </a:extLst>
          </p:cNvPr>
          <p:cNvSpPr>
            <a:spLocks noGrp="1"/>
          </p:cNvSpPr>
          <p:nvPr>
            <p:ph type="ctrTitle"/>
          </p:nvPr>
        </p:nvSpPr>
        <p:spPr>
          <a:xfrm>
            <a:off x="1368927" y="1371600"/>
            <a:ext cx="4615014" cy="1329595"/>
          </a:xfrm>
        </p:spPr>
        <p:txBody>
          <a:bodyPr/>
          <a:lstStyle/>
          <a:p>
            <a:r>
              <a:rPr lang="en-US" dirty="0"/>
              <a:t>Computation &amp; ML models</a:t>
            </a:r>
          </a:p>
        </p:txBody>
      </p:sp>
      <p:pic>
        <p:nvPicPr>
          <p:cNvPr id="7" name="Picture Placeholder 6" descr="Colorful circles linked with lines representing a network">
            <a:extLst>
              <a:ext uri="{FF2B5EF4-FFF2-40B4-BE49-F238E27FC236}">
                <a16:creationId xmlns:a16="http://schemas.microsoft.com/office/drawing/2014/main" id="{D9A9A50E-E3F3-E9D1-98F5-2E5BAC43F3FA}"/>
              </a:ext>
            </a:extLst>
          </p:cNvPr>
          <p:cNvPicPr>
            <a:picLocks noGrp="1" noChangeAspect="1"/>
          </p:cNvPicPr>
          <p:nvPr>
            <p:ph type="pic" sz="quarter" idx="12"/>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2582" r="2582"/>
          <a:stretch>
            <a:fillRect/>
          </a:stretch>
        </p:blipFill>
        <p:spPr/>
      </p:pic>
    </p:spTree>
    <p:extLst>
      <p:ext uri="{BB962C8B-B14F-4D97-AF65-F5344CB8AC3E}">
        <p14:creationId xmlns:p14="http://schemas.microsoft.com/office/powerpoint/2010/main" val="6931147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E212-40CD-42B4-ED8A-694668EA2863}"/>
              </a:ext>
            </a:extLst>
          </p:cNvPr>
          <p:cNvSpPr>
            <a:spLocks noGrp="1"/>
          </p:cNvSpPr>
          <p:nvPr>
            <p:ph type="title"/>
          </p:nvPr>
        </p:nvSpPr>
        <p:spPr/>
        <p:txBody>
          <a:bodyPr/>
          <a:lstStyle/>
          <a:p>
            <a:r>
              <a:rPr lang="en-US"/>
              <a:t>Overview</a:t>
            </a:r>
          </a:p>
        </p:txBody>
      </p:sp>
      <p:sp>
        <p:nvSpPr>
          <p:cNvPr id="3" name="Content Placeholder 2">
            <a:extLst>
              <a:ext uri="{FF2B5EF4-FFF2-40B4-BE49-F238E27FC236}">
                <a16:creationId xmlns:a16="http://schemas.microsoft.com/office/drawing/2014/main" id="{20EC2AD7-73CE-2F2B-A3D6-23464F280D9D}"/>
              </a:ext>
            </a:extLst>
          </p:cNvPr>
          <p:cNvSpPr>
            <a:spLocks noGrp="1"/>
          </p:cNvSpPr>
          <p:nvPr>
            <p:ph idx="1"/>
          </p:nvPr>
        </p:nvSpPr>
        <p:spPr>
          <a:xfrm>
            <a:off x="1143000" y="1188720"/>
            <a:ext cx="5741881" cy="1560427"/>
          </a:xfrm>
        </p:spPr>
        <p:txBody>
          <a:bodyPr/>
          <a:lstStyle/>
          <a:p>
            <a:pPr marL="342900" indent="-342900">
              <a:buFont typeface="Arial" panose="020B0604020202020204" pitchFamily="34" charset="0"/>
              <a:buChar char="•"/>
            </a:pPr>
            <a:r>
              <a:rPr lang="en-US" dirty="0"/>
              <a:t>Computational complexity</a:t>
            </a:r>
          </a:p>
          <a:p>
            <a:pPr marL="342900" indent="-342900">
              <a:buFont typeface="Arial" panose="020B0604020202020204" pitchFamily="34" charset="0"/>
              <a:buChar char="•"/>
            </a:pPr>
            <a:r>
              <a:rPr lang="en-US" dirty="0"/>
              <a:t>Network data structures</a:t>
            </a:r>
          </a:p>
          <a:p>
            <a:pPr marL="342900" indent="-342900">
              <a:buFont typeface="Arial" panose="020B0604020202020204" pitchFamily="34" charset="0"/>
              <a:buChar char="•"/>
            </a:pPr>
            <a:r>
              <a:rPr lang="en-US" dirty="0"/>
              <a:t>Metric algorithms</a:t>
            </a:r>
          </a:p>
          <a:p>
            <a:pPr marL="342900" indent="-342900">
              <a:buFont typeface="Arial" panose="020B0604020202020204" pitchFamily="34" charset="0"/>
              <a:buChar char="•"/>
            </a:pPr>
            <a:r>
              <a:rPr lang="en-US" dirty="0"/>
              <a:t>Software</a:t>
            </a:r>
          </a:p>
        </p:txBody>
      </p:sp>
    </p:spTree>
    <p:extLst>
      <p:ext uri="{BB962C8B-B14F-4D97-AF65-F5344CB8AC3E}">
        <p14:creationId xmlns:p14="http://schemas.microsoft.com/office/powerpoint/2010/main" val="75659056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0AA4D-839F-8079-0039-ECF4DD117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A6F2A-1F84-5625-977F-3697A666F092}"/>
              </a:ext>
            </a:extLst>
          </p:cNvPr>
          <p:cNvSpPr>
            <a:spLocks noGrp="1"/>
          </p:cNvSpPr>
          <p:nvPr>
            <p:ph type="ctrTitle"/>
          </p:nvPr>
        </p:nvSpPr>
        <p:spPr>
          <a:xfrm>
            <a:off x="1355318" y="3429000"/>
            <a:ext cx="10262721" cy="541687"/>
          </a:xfrm>
        </p:spPr>
        <p:txBody>
          <a:bodyPr/>
          <a:lstStyle/>
          <a:p>
            <a:r>
              <a:rPr lang="en-US" dirty="0"/>
              <a:t>Computational complexity</a:t>
            </a:r>
          </a:p>
        </p:txBody>
      </p:sp>
    </p:spTree>
    <p:extLst>
      <p:ext uri="{BB962C8B-B14F-4D97-AF65-F5344CB8AC3E}">
        <p14:creationId xmlns:p14="http://schemas.microsoft.com/office/powerpoint/2010/main" val="91443383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85091-A68C-A9A8-1785-4B78C3D2C606}"/>
              </a:ext>
            </a:extLst>
          </p:cNvPr>
          <p:cNvSpPr>
            <a:spLocks noGrp="1"/>
          </p:cNvSpPr>
          <p:nvPr>
            <p:ph type="title"/>
          </p:nvPr>
        </p:nvSpPr>
        <p:spPr/>
        <p:txBody>
          <a:bodyPr/>
          <a:lstStyle/>
          <a:p>
            <a:r>
              <a:rPr lang="en-US" dirty="0"/>
              <a:t>Computational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E9F660-EA53-7DAB-F6BF-4BD1C9FB8B75}"/>
                  </a:ext>
                </a:extLst>
              </p:cNvPr>
              <p:cNvSpPr>
                <a:spLocks noGrp="1"/>
              </p:cNvSpPr>
              <p:nvPr>
                <p:ph idx="1"/>
              </p:nvPr>
            </p:nvSpPr>
            <p:spPr>
              <a:xfrm>
                <a:off x="1143000" y="1188720"/>
                <a:ext cx="6661087" cy="4519379"/>
              </a:xfrm>
            </p:spPr>
            <p:txBody>
              <a:bodyPr/>
              <a:lstStyle/>
              <a:p>
                <a:pPr marL="342900" indent="-342900">
                  <a:buFont typeface="Arial" panose="020B0604020202020204" pitchFamily="34" charset="0"/>
                  <a:buChar char="•"/>
                </a:pPr>
                <a:r>
                  <a:rPr lang="en-US" dirty="0"/>
                  <a:t>A measure of a computational algorithm’s running time</a:t>
                </a:r>
              </a:p>
              <a:p>
                <a:pPr marL="342900" indent="-342900">
                  <a:buFont typeface="Arial" panose="020B0604020202020204" pitchFamily="34" charset="0"/>
                  <a:buChar char="•"/>
                </a:pPr>
                <a:r>
                  <a:rPr lang="en-US" dirty="0"/>
                  <a:t>For graph algorithms, this will usually be a function of </a:t>
                </a:r>
                <a14:m>
                  <m:oMath xmlns:m="http://schemas.openxmlformats.org/officeDocument/2006/math">
                    <m:r>
                      <a:rPr lang="en-US" b="0" i="1" smtClean="0">
                        <a:latin typeface="Cambria Math" panose="02040503050406030204" pitchFamily="18" charset="0"/>
                      </a:rPr>
                      <m:t>𝑛</m:t>
                    </m:r>
                  </m:oMath>
                </a14:m>
                <a:r>
                  <a:rPr lang="en-US" dirty="0"/>
                  <a:t> (number of nodes) and/or </a:t>
                </a:r>
                <a14:m>
                  <m:oMath xmlns:m="http://schemas.openxmlformats.org/officeDocument/2006/math">
                    <m:r>
                      <a:rPr lang="en-US" b="0" i="1" smtClean="0">
                        <a:latin typeface="Cambria Math" panose="02040503050406030204" pitchFamily="18" charset="0"/>
                      </a:rPr>
                      <m:t>𝑚</m:t>
                    </m:r>
                  </m:oMath>
                </a14:m>
                <a:r>
                  <a:rPr lang="en-US" dirty="0"/>
                  <a:t> (number of edges)</a:t>
                </a:r>
              </a:p>
              <a:p>
                <a:pPr marL="342900" indent="-342900">
                  <a:buFont typeface="Arial" panose="020B0604020202020204" pitchFamily="34" charset="0"/>
                  <a:buChar char="•"/>
                </a:pPr>
                <a:r>
                  <a:rPr lang="en-US" dirty="0"/>
                  <a:t>We will use Big O notation where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d>
                    <m:r>
                      <a:rPr lang="en-US" i="1">
                        <a:latin typeface="Cambria Math" panose="02040503050406030204" pitchFamily="18" charset="0"/>
                      </a:rPr>
                      <m:t> </m:t>
                    </m:r>
                  </m:oMath>
                </a14:m>
                <a:r>
                  <a:rPr lang="en-US" dirty="0"/>
                  <a:t>implies the run time is proportional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oMath>
                </a14:m>
                <a:r>
                  <a:rPr lang="en-US" dirty="0"/>
                  <a:t>to leading order. </a:t>
                </a:r>
              </a:p>
              <a:p>
                <a:pPr marL="342900" indent="-342900">
                  <a:buFont typeface="Arial" panose="020B0604020202020204" pitchFamily="34" charset="0"/>
                  <a:buChar char="•"/>
                </a:pPr>
                <a:r>
                  <a:rPr lang="en-US" dirty="0"/>
                  <a:t>Examples:</a:t>
                </a:r>
              </a:p>
              <a:p>
                <a:pPr marL="803275" lvl="1"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r>
                  <a:rPr lang="en-US" dirty="0"/>
                  <a:t> constant run time</a:t>
                </a:r>
              </a:p>
              <a:p>
                <a:pPr marL="803275" lvl="1"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𝑛</m:t>
                        </m:r>
                      </m:e>
                    </m:d>
                  </m:oMath>
                </a14:m>
                <a:r>
                  <a:rPr lang="en-US" dirty="0"/>
                  <a:t> run time proportional to </a:t>
                </a:r>
                <a14:m>
                  <m:oMath xmlns:m="http://schemas.openxmlformats.org/officeDocument/2006/math">
                    <m:r>
                      <a:rPr lang="en-US" i="1">
                        <a:latin typeface="Cambria Math" panose="02040503050406030204" pitchFamily="18" charset="0"/>
                      </a:rPr>
                      <m:t>𝑛</m:t>
                    </m:r>
                  </m:oMath>
                </a14:m>
                <a:endParaRPr lang="en-US" dirty="0"/>
              </a:p>
              <a:p>
                <a:pPr marL="803275" lvl="1"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run time proportional to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2</m:t>
                        </m:r>
                      </m:sup>
                    </m:sSup>
                  </m:oMath>
                </a14:m>
                <a:endParaRPr lang="en-US" dirty="0"/>
              </a:p>
            </p:txBody>
          </p:sp>
        </mc:Choice>
        <mc:Fallback xmlns="">
          <p:sp>
            <p:nvSpPr>
              <p:cNvPr id="3" name="Content Placeholder 2">
                <a:extLst>
                  <a:ext uri="{FF2B5EF4-FFF2-40B4-BE49-F238E27FC236}">
                    <a16:creationId xmlns:a16="http://schemas.microsoft.com/office/drawing/2014/main" id="{E1E9F660-EA53-7DAB-F6BF-4BD1C9FB8B75}"/>
                  </a:ext>
                </a:extLst>
              </p:cNvPr>
              <p:cNvSpPr>
                <a:spLocks noGrp="1" noRot="1" noChangeAspect="1" noMove="1" noResize="1" noEditPoints="1" noAdjustHandles="1" noChangeArrowheads="1" noChangeShapeType="1" noTextEdit="1"/>
              </p:cNvSpPr>
              <p:nvPr>
                <p:ph idx="1"/>
              </p:nvPr>
            </p:nvSpPr>
            <p:spPr>
              <a:xfrm>
                <a:off x="1143000" y="1188720"/>
                <a:ext cx="6661087" cy="4519379"/>
              </a:xfrm>
              <a:blipFill>
                <a:blip r:embed="rId2"/>
                <a:stretch>
                  <a:fillRect l="-2667" t="-2801" b="-2521"/>
                </a:stretch>
              </a:blipFill>
            </p:spPr>
            <p:txBody>
              <a:bodyPr/>
              <a:lstStyle/>
              <a:p>
                <a:r>
                  <a:rPr lang="en-US">
                    <a:noFill/>
                  </a:rPr>
                  <a:t> </a:t>
                </a:r>
              </a:p>
            </p:txBody>
          </p:sp>
        </mc:Fallback>
      </mc:AlternateContent>
      <p:grpSp>
        <p:nvGrpSpPr>
          <p:cNvPr id="5" name="Group 4" descr="Graph of N (computational steps) vs n (input size) for different computational complexities">
            <a:extLst>
              <a:ext uri="{FF2B5EF4-FFF2-40B4-BE49-F238E27FC236}">
                <a16:creationId xmlns:a16="http://schemas.microsoft.com/office/drawing/2014/main" id="{9FE45F8E-8544-17C6-5773-028D36966D78}"/>
              </a:ext>
            </a:extLst>
          </p:cNvPr>
          <p:cNvGrpSpPr/>
          <p:nvPr/>
        </p:nvGrpSpPr>
        <p:grpSpPr>
          <a:xfrm>
            <a:off x="7798419" y="1188720"/>
            <a:ext cx="4261551" cy="4521270"/>
            <a:chOff x="7798419" y="1188720"/>
            <a:chExt cx="4261551" cy="4521270"/>
          </a:xfrm>
        </p:grpSpPr>
        <p:pic>
          <p:nvPicPr>
            <p:cNvPr id="1026" name="Picture 2" descr="undefined">
              <a:extLst>
                <a:ext uri="{FF2B5EF4-FFF2-40B4-BE49-F238E27FC236}">
                  <a16:creationId xmlns:a16="http://schemas.microsoft.com/office/drawing/2014/main" id="{525C9CDC-E790-8267-12D0-93B722E4B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8419" y="1188720"/>
              <a:ext cx="4261551" cy="42615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6966C5-8A2C-D6C2-492C-5310356A12E8}"/>
                </a:ext>
              </a:extLst>
            </p:cNvPr>
            <p:cNvSpPr txBox="1"/>
            <p:nvPr/>
          </p:nvSpPr>
          <p:spPr>
            <a:xfrm>
              <a:off x="8986096" y="5448380"/>
              <a:ext cx="1802096" cy="261610"/>
            </a:xfrm>
            <a:prstGeom prst="rect">
              <a:avLst/>
            </a:prstGeom>
            <a:noFill/>
          </p:spPr>
          <p:txBody>
            <a:bodyPr wrap="none" rtlCol="0">
              <a:spAutoFit/>
            </a:bodyPr>
            <a:lstStyle/>
            <a:p>
              <a:r>
                <a:rPr lang="en-US" sz="1100" dirty="0">
                  <a:solidFill>
                    <a:schemeClr val="tx1">
                      <a:lumMod val="50000"/>
                      <a:lumOff val="50000"/>
                    </a:schemeClr>
                  </a:solidFill>
                </a:rPr>
                <a:t>Image credit: </a:t>
              </a:r>
              <a:r>
                <a:rPr lang="en-US" sz="1100" dirty="0" err="1">
                  <a:solidFill>
                    <a:schemeClr val="tx1">
                      <a:lumMod val="50000"/>
                      <a:lumOff val="50000"/>
                    </a:schemeClr>
                  </a:solidFill>
                </a:rPr>
                <a:t>wikipedia.org</a:t>
              </a:r>
              <a:endParaRPr lang="en-US" sz="1100" dirty="0">
                <a:solidFill>
                  <a:schemeClr val="tx1">
                    <a:lumMod val="50000"/>
                    <a:lumOff val="50000"/>
                  </a:schemeClr>
                </a:solidFill>
              </a:endParaRPr>
            </a:p>
          </p:txBody>
        </p:sp>
      </p:grpSp>
    </p:spTree>
    <p:extLst>
      <p:ext uri="{BB962C8B-B14F-4D97-AF65-F5344CB8AC3E}">
        <p14:creationId xmlns:p14="http://schemas.microsoft.com/office/powerpoint/2010/main" val="29895406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10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9DC09-3661-AFB8-42CC-27D2973EABDB}"/>
              </a:ext>
            </a:extLst>
          </p:cNvPr>
          <p:cNvSpPr>
            <a:spLocks noGrp="1"/>
          </p:cNvSpPr>
          <p:nvPr>
            <p:ph type="title"/>
          </p:nvPr>
        </p:nvSpPr>
        <p:spPr/>
        <p:txBody>
          <a:bodyPr/>
          <a:lstStyle/>
          <a:p>
            <a:r>
              <a:rPr lang="en-US" dirty="0"/>
              <a:t>Will my algorithm finish while I get coffee?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1232AF-F1B1-EA19-7AD4-6B6662B0A3D0}"/>
                  </a:ext>
                </a:extLst>
              </p:cNvPr>
              <p:cNvSpPr>
                <a:spLocks noGrp="1"/>
              </p:cNvSpPr>
              <p:nvPr>
                <p:ph idx="1"/>
              </p:nvPr>
            </p:nvSpPr>
            <p:spPr>
              <a:xfrm>
                <a:off x="1143000" y="1188720"/>
                <a:ext cx="9051202" cy="5179046"/>
              </a:xfrm>
            </p:spPr>
            <p:txBody>
              <a:bodyPr/>
              <a:lstStyle/>
              <a:p>
                <a:pPr marL="342900" indent="-342900">
                  <a:buFont typeface="Arial" panose="020B0604020202020204" pitchFamily="34" charset="0"/>
                  <a:buChar char="•"/>
                </a:pPr>
                <a:r>
                  <a:rPr lang="en-US" dirty="0"/>
                  <a:t>Consider an algorithm with complexity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e>
                    </m:d>
                  </m:oMath>
                </a14:m>
                <a:r>
                  <a:rPr lang="en-US" dirty="0"/>
                  <a:t>. For an arbitrary value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m:t>
                        </m:r>
                      </m:sub>
                    </m:sSub>
                  </m:oMath>
                </a14:m>
                <a:r>
                  <a:rPr lang="en-US" dirty="0"/>
                  <a:t>, the run time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e>
                    </m:d>
                  </m:oMath>
                </a14:m>
                <a:r>
                  <a:rPr lang="en-US" dirty="0"/>
                  <a:t>. Let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oMath>
                </a14:m>
                <a:r>
                  <a:rPr lang="en-US" dirty="0"/>
                  <a:t>, then </a:t>
                </a:r>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𝛽</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type m:val="skw"/>
                              <m:ctrlPr>
                                <a:rPr lang="en-US"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r>
                                        <a:rPr lang="en-US" i="1">
                                          <a:latin typeface="Cambria Math" panose="02040503050406030204" pitchFamily="18" charset="0"/>
                                        </a:rPr>
                                        <m:t>𝑛</m:t>
                                      </m:r>
                                    </m:e>
                                    <m:sub>
                                      <m:r>
                                        <a:rPr lang="en-US" i="1">
                                          <a:latin typeface="Cambria Math" panose="02040503050406030204" pitchFamily="18" charset="0"/>
                                        </a:rPr>
                                        <m:t>1</m:t>
                                      </m:r>
                                    </m:sub>
                                  </m:sSub>
                                </m:e>
                              </m:d>
                            </m:num>
                            <m:den>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e>
                              </m:d>
                            </m:den>
                          </m:f>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m:oMathPara>
                </a14:m>
                <a:endParaRPr lang="en-US" dirty="0"/>
              </a:p>
              <a:p>
                <a:pPr marL="803275" lvl="1" indent="-342900">
                  <a:buFont typeface="Arial" panose="020B0604020202020204" pitchFamily="34" charset="0"/>
                  <a:buChar char="•"/>
                </a:pPr>
                <a:r>
                  <a:rPr lang="en-US" dirty="0"/>
                  <a:t>If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𝑘</m:t>
                        </m:r>
                      </m:sup>
                    </m:sSup>
                  </m:oMath>
                </a14:m>
                <a:r>
                  <a:rPr lang="en-US" dirty="0"/>
                  <a:t>, then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𝛼</m:t>
                        </m:r>
                      </m:e>
                      <m:sup>
                        <m:r>
                          <a:rPr lang="en-US" b="0" i="1" smtClean="0">
                            <a:latin typeface="Cambria Math" panose="02040503050406030204" pitchFamily="18" charset="0"/>
                          </a:rPr>
                          <m:t>𝑘</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oMath>
                </a14:m>
                <a:r>
                  <a:rPr lang="en-US" dirty="0"/>
                  <a:t> </a:t>
                </a:r>
              </a:p>
              <a:p>
                <a:pPr marL="342900" indent="-342900">
                  <a:buFont typeface="Arial" panose="020B0604020202020204" pitchFamily="34" charset="0"/>
                  <a:buChar char="•"/>
                </a:pPr>
                <a:r>
                  <a:rPr lang="en-US" dirty="0"/>
                  <a:t>Suppose we have an algorithm (or a machine learning training step) for a graph with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e>
                    </m:d>
                  </m:oMath>
                </a14:m>
                <a:endParaRPr lang="en-US" dirty="0"/>
              </a:p>
              <a:p>
                <a:pPr marL="803275" lvl="1" indent="-342900">
                  <a:buFont typeface="Arial" panose="020B0604020202020204" pitchFamily="34" charset="0"/>
                  <a:buChar char="•"/>
                </a:pPr>
                <a:r>
                  <a:rPr lang="en-US" dirty="0"/>
                  <a:t>Test run on a graph with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3</m:t>
                        </m:r>
                      </m:sup>
                    </m:sSup>
                  </m:oMath>
                </a14:m>
                <a:r>
                  <a:rPr lang="en-US" dirty="0"/>
                  <a:t>and </a:t>
                </a:r>
                <a14:m>
                  <m:oMath xmlns:m="http://schemas.openxmlformats.org/officeDocument/2006/math">
                    <m:r>
                      <a:rPr lang="en-US" b="0" i="1" smtClean="0">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4</m:t>
                        </m:r>
                      </m:sup>
                    </m:sSup>
                  </m:oMath>
                </a14:m>
                <a:r>
                  <a:rPr lang="en-US" dirty="0"/>
                  <a:t> </a:t>
                </a:r>
                <a:r>
                  <a:rPr lang="en-US" i="1" dirty="0"/>
                  <a:t>takes 1 second</a:t>
                </a:r>
                <a:endParaRPr lang="en-US" dirty="0"/>
              </a:p>
              <a:p>
                <a:pPr marL="803275" lvl="1" indent="-342900">
                  <a:buFont typeface="Arial" panose="020B0604020202020204" pitchFamily="34" charset="0"/>
                  <a:buChar char="•"/>
                </a:pPr>
                <a:r>
                  <a:rPr lang="en-US" dirty="0"/>
                  <a:t>For a network 1000 times larger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US" dirty="0"/>
                  <a:t> and </a:t>
                </a:r>
                <a14:m>
                  <m:oMath xmlns:m="http://schemas.openxmlformats.org/officeDocument/2006/math">
                    <m:r>
                      <a:rPr lang="en-US" b="0" i="1" smtClean="0">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7</m:t>
                        </m:r>
                      </m:sup>
                    </m:sSup>
                  </m:oMath>
                </a14:m>
                <a:r>
                  <a:rPr lang="en-US" dirty="0"/>
                  <a:t>) runtime will be about 1000 seconds (16.67 minutes) (note here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=1000</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a:t>
                </a:r>
              </a:p>
              <a:p>
                <a:pPr marL="342900" indent="-342900">
                  <a:buFont typeface="Arial" panose="020B0604020202020204" pitchFamily="34" charset="0"/>
                  <a:buChar char="•"/>
                </a:pPr>
                <a:r>
                  <a:rPr lang="en-US" dirty="0"/>
                  <a:t>What if the algorithm complexity is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a:t>
                </a:r>
              </a:p>
              <a:p>
                <a:pPr marL="803275" lvl="1" indent="-342900">
                  <a:buFont typeface="Arial" panose="020B0604020202020204" pitchFamily="34" charset="0"/>
                  <a:buChar char="•"/>
                </a:pPr>
                <a:r>
                  <a:rPr lang="en-US" dirty="0"/>
                  <a:t>Consider the same test run configuration with 1 second running time</a:t>
                </a:r>
              </a:p>
              <a:p>
                <a:pPr marL="803275" lvl="1" indent="-342900">
                  <a:buFont typeface="Arial" panose="020B0604020202020204" pitchFamily="34" charset="0"/>
                  <a:buChar char="•"/>
                </a:pPr>
                <a:r>
                  <a:rPr lang="en-US" dirty="0"/>
                  <a:t>Scaling the graph by 1000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oMath>
                </a14:m>
                <a:r>
                  <a:rPr lang="en-US" dirty="0"/>
                  <a:t> and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7</m:t>
                        </m:r>
                      </m:sup>
                    </m:sSup>
                  </m:oMath>
                </a14:m>
                <a:r>
                  <a:rPr lang="en-US" dirty="0"/>
                  <a:t>), implies a run time of 1 billion seconds (</a:t>
                </a:r>
                <a:r>
                  <a:rPr lang="en-US" b="1" dirty="0"/>
                  <a:t>31.7 years</a:t>
                </a:r>
                <a:r>
                  <a:rPr lang="en-US" dirty="0"/>
                  <a:t>) (note here </a:t>
                </a:r>
                <a14:m>
                  <m:oMath xmlns:m="http://schemas.openxmlformats.org/officeDocument/2006/math">
                    <m:r>
                      <a:rPr lang="en-US" i="1">
                        <a:latin typeface="Cambria Math" panose="02040503050406030204" pitchFamily="18" charset="0"/>
                        <a:ea typeface="Cambria Math" panose="02040503050406030204" pitchFamily="18" charset="0"/>
                      </a:rPr>
                      <m:t>𝛼</m:t>
                    </m:r>
                    <m:r>
                      <a:rPr lang="en-US" i="1">
                        <a:latin typeface="Cambria Math" panose="02040503050406030204" pitchFamily="18" charset="0"/>
                        <a:ea typeface="Cambria Math" panose="02040503050406030204" pitchFamily="18" charset="0"/>
                      </a:rPr>
                      <m:t>=1000</m:t>
                    </m:r>
                  </m:oMath>
                </a14:m>
                <a:r>
                  <a:rPr lang="en-US" dirty="0"/>
                  <a:t> and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=3</m:t>
                    </m:r>
                  </m:oMath>
                </a14:m>
                <a:r>
                  <a:rPr lang="en-US" dirty="0"/>
                  <a:t>)</a:t>
                </a:r>
              </a:p>
            </p:txBody>
          </p:sp>
        </mc:Choice>
        <mc:Fallback xmlns="">
          <p:sp>
            <p:nvSpPr>
              <p:cNvPr id="3" name="Content Placeholder 2">
                <a:extLst>
                  <a:ext uri="{FF2B5EF4-FFF2-40B4-BE49-F238E27FC236}">
                    <a16:creationId xmlns:a16="http://schemas.microsoft.com/office/drawing/2014/main" id="{341232AF-F1B1-EA19-7AD4-6B6662B0A3D0}"/>
                  </a:ext>
                </a:extLst>
              </p:cNvPr>
              <p:cNvSpPr>
                <a:spLocks noGrp="1" noRot="1" noChangeAspect="1" noMove="1" noResize="1" noEditPoints="1" noAdjustHandles="1" noChangeArrowheads="1" noChangeShapeType="1" noTextEdit="1"/>
              </p:cNvSpPr>
              <p:nvPr>
                <p:ph idx="1"/>
              </p:nvPr>
            </p:nvSpPr>
            <p:spPr>
              <a:xfrm>
                <a:off x="1143000" y="1188720"/>
                <a:ext cx="9051202" cy="5179046"/>
              </a:xfrm>
              <a:blipFill>
                <a:blip r:embed="rId3"/>
                <a:stretch>
                  <a:fillRect l="-1964" t="-12958" r="-2525" b="-1956"/>
                </a:stretch>
              </a:blipFill>
            </p:spPr>
            <p:txBody>
              <a:bodyPr/>
              <a:lstStyle/>
              <a:p>
                <a:r>
                  <a:rPr lang="en-US">
                    <a:noFill/>
                  </a:rPr>
                  <a:t> </a:t>
                </a:r>
              </a:p>
            </p:txBody>
          </p:sp>
        </mc:Fallback>
      </mc:AlternateContent>
    </p:spTree>
    <p:extLst>
      <p:ext uri="{BB962C8B-B14F-4D97-AF65-F5344CB8AC3E}">
        <p14:creationId xmlns:p14="http://schemas.microsoft.com/office/powerpoint/2010/main" val="1229431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10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8876-378E-19F0-6A06-C73930D3CF7E}"/>
              </a:ext>
            </a:extLst>
          </p:cNvPr>
          <p:cNvSpPr>
            <a:spLocks noGrp="1"/>
          </p:cNvSpPr>
          <p:nvPr>
            <p:ph type="title"/>
          </p:nvPr>
        </p:nvSpPr>
        <p:spPr/>
        <p:txBody>
          <a:bodyPr/>
          <a:lstStyle/>
          <a:p>
            <a:r>
              <a:rPr lang="en-US" dirty="0"/>
              <a:t>More on computational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0A3823-1896-B72E-B3D1-1A61E0FAC66F}"/>
                  </a:ext>
                </a:extLst>
              </p:cNvPr>
              <p:cNvSpPr>
                <a:spLocks noGrp="1"/>
              </p:cNvSpPr>
              <p:nvPr>
                <p:ph idx="1"/>
              </p:nvPr>
            </p:nvSpPr>
            <p:spPr>
              <a:xfrm>
                <a:off x="1143000" y="1188720"/>
                <a:ext cx="8245444" cy="2434000"/>
              </a:xfrm>
            </p:spPr>
            <p:txBody>
              <a:bodyPr/>
              <a:lstStyle/>
              <a:p>
                <a:pPr marL="342900" indent="-342900">
                  <a:buFont typeface="Arial" panose="020B0604020202020204" pitchFamily="34" charset="0"/>
                  <a:buChar char="•"/>
                </a:pPr>
                <a:r>
                  <a:rPr lang="en-US" dirty="0"/>
                  <a:t>For graph networks, any algorithm with complexity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𝑛</m:t>
                            </m:r>
                          </m:e>
                          <m:sup>
                            <m:r>
                              <a:rPr lang="en-US" i="1">
                                <a:latin typeface="Cambria Math" panose="02040503050406030204" pitchFamily="18" charset="0"/>
                              </a:rPr>
                              <m:t>3</m:t>
                            </m:r>
                          </m:sup>
                        </m:sSup>
                      </m:e>
                    </m:d>
                  </m:oMath>
                </a14:m>
                <a:r>
                  <a:rPr lang="en-US" dirty="0"/>
                  <a:t> or more is too slow for large networks</a:t>
                </a:r>
              </a:p>
              <a:p>
                <a:pPr marL="342900" indent="-342900">
                  <a:buFont typeface="Arial" panose="020B0604020202020204" pitchFamily="34" charset="0"/>
                  <a:buChar char="•"/>
                </a:pPr>
                <a:r>
                  <a:rPr lang="en-US" dirty="0"/>
                  <a:t>The time estimates for an algorithm for a scaled-up network based on a test run and algorithm complexity assume the scaled network fits in RAM</a:t>
                </a:r>
              </a:p>
              <a:p>
                <a:pPr marL="803275" lvl="1" indent="-342900">
                  <a:buFont typeface="Arial" panose="020B0604020202020204" pitchFamily="34" charset="0"/>
                  <a:buChar char="•"/>
                </a:pPr>
                <a:r>
                  <a:rPr lang="en-US" dirty="0"/>
                  <a:t>If not, the algorithm time on the larger network is likely to be much longer than suggested by the scaling argument</a:t>
                </a:r>
              </a:p>
            </p:txBody>
          </p:sp>
        </mc:Choice>
        <mc:Fallback xmlns="">
          <p:sp>
            <p:nvSpPr>
              <p:cNvPr id="3" name="Content Placeholder 2">
                <a:extLst>
                  <a:ext uri="{FF2B5EF4-FFF2-40B4-BE49-F238E27FC236}">
                    <a16:creationId xmlns:a16="http://schemas.microsoft.com/office/drawing/2014/main" id="{AB0A3823-1896-B72E-B3D1-1A61E0FAC66F}"/>
                  </a:ext>
                </a:extLst>
              </p:cNvPr>
              <p:cNvSpPr>
                <a:spLocks noGrp="1" noRot="1" noChangeAspect="1" noMove="1" noResize="1" noEditPoints="1" noAdjustHandles="1" noChangeArrowheads="1" noChangeShapeType="1" noTextEdit="1"/>
              </p:cNvSpPr>
              <p:nvPr>
                <p:ph idx="1"/>
              </p:nvPr>
            </p:nvSpPr>
            <p:spPr>
              <a:xfrm>
                <a:off x="1143000" y="1188720"/>
                <a:ext cx="8245444" cy="2434000"/>
              </a:xfrm>
              <a:blipFill>
                <a:blip r:embed="rId2"/>
                <a:stretch>
                  <a:fillRect l="-2154" t="-5181" r="-154" b="-5181"/>
                </a:stretch>
              </a:blipFill>
            </p:spPr>
            <p:txBody>
              <a:bodyPr/>
              <a:lstStyle/>
              <a:p>
                <a:r>
                  <a:rPr lang="en-US">
                    <a:noFill/>
                  </a:rPr>
                  <a:t> </a:t>
                </a:r>
              </a:p>
            </p:txBody>
          </p:sp>
        </mc:Fallback>
      </mc:AlternateContent>
    </p:spTree>
    <p:extLst>
      <p:ext uri="{BB962C8B-B14F-4D97-AF65-F5344CB8AC3E}">
        <p14:creationId xmlns:p14="http://schemas.microsoft.com/office/powerpoint/2010/main" val="126492924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72A8-85DA-F395-A0E2-E39DF6CBA6CD}"/>
              </a:ext>
            </a:extLst>
          </p:cNvPr>
          <p:cNvSpPr>
            <a:spLocks noGrp="1"/>
          </p:cNvSpPr>
          <p:nvPr>
            <p:ph type="ctrTitle"/>
          </p:nvPr>
        </p:nvSpPr>
        <p:spPr>
          <a:xfrm>
            <a:off x="1355318" y="3429000"/>
            <a:ext cx="10262721" cy="541687"/>
          </a:xfrm>
        </p:spPr>
        <p:txBody>
          <a:bodyPr/>
          <a:lstStyle/>
          <a:p>
            <a:r>
              <a:rPr lang="en-US" dirty="0"/>
              <a:t>Network data structures</a:t>
            </a:r>
          </a:p>
        </p:txBody>
      </p:sp>
    </p:spTree>
    <p:extLst>
      <p:ext uri="{BB962C8B-B14F-4D97-AF65-F5344CB8AC3E}">
        <p14:creationId xmlns:p14="http://schemas.microsoft.com/office/powerpoint/2010/main" val="390717418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0EDC-5916-17D0-3A80-C0A3B23AF506}"/>
              </a:ext>
            </a:extLst>
          </p:cNvPr>
          <p:cNvSpPr>
            <a:spLocks noGrp="1"/>
          </p:cNvSpPr>
          <p:nvPr>
            <p:ph type="title"/>
          </p:nvPr>
        </p:nvSpPr>
        <p:spPr/>
        <p:txBody>
          <a:bodyPr/>
          <a:lstStyle/>
          <a:p>
            <a:r>
              <a:rPr lang="en-US" dirty="0"/>
              <a:t>How should we represent the network on a computer?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C09C01-C7C8-9CD9-8E3E-7EA7BB48AB56}"/>
                  </a:ext>
                </a:extLst>
              </p:cNvPr>
              <p:cNvSpPr>
                <a:spLocks noGrp="1"/>
              </p:cNvSpPr>
              <p:nvPr>
                <p:ph idx="1"/>
              </p:nvPr>
            </p:nvSpPr>
            <p:spPr>
              <a:xfrm>
                <a:off x="1143000" y="1188720"/>
                <a:ext cx="9214164" cy="3756413"/>
              </a:xfrm>
            </p:spPr>
            <p:txBody>
              <a:bodyPr/>
              <a:lstStyle/>
              <a:p>
                <a:pPr marL="342900" indent="-342900">
                  <a:buFont typeface="Arial" panose="020B0604020202020204" pitchFamily="34" charset="0"/>
                  <a:buChar char="•"/>
                </a:pPr>
                <a:r>
                  <a:rPr lang="en-US" dirty="0"/>
                  <a:t>The data structure (in RAM) used to represent the network can have a significant effect on algorithm performance</a:t>
                </a:r>
              </a:p>
              <a:p>
                <a:pPr marL="342900" indent="-342900">
                  <a:buFont typeface="Arial" panose="020B0604020202020204" pitchFamily="34" charset="0"/>
                  <a:buChar char="•"/>
                </a:pPr>
                <a:r>
                  <a:rPr lang="en-US" dirty="0"/>
                  <a:t>In all representations, we’ll label nodes with integers</a:t>
                </a:r>
              </a:p>
              <a:p>
                <a:pPr marL="803275" lvl="1" indent="-342900">
                  <a:buFont typeface="Arial" panose="020B0604020202020204" pitchFamily="34" charset="0"/>
                  <a:buChar char="•"/>
                </a:pPr>
                <a:r>
                  <a:rPr lang="en-US" dirty="0"/>
                  <a:t>In the math, we’ll use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oMath>
                </a14:m>
                <a:r>
                  <a:rPr lang="en-US" dirty="0"/>
                  <a:t> </a:t>
                </a:r>
              </a:p>
              <a:p>
                <a:pPr marL="803275" lvl="1" indent="-342900">
                  <a:buFont typeface="Arial" panose="020B0604020202020204" pitchFamily="34" charset="0"/>
                  <a:buChar char="•"/>
                </a:pPr>
                <a:r>
                  <a:rPr lang="en-US" dirty="0"/>
                  <a:t>In Python, we’ll use </a:t>
                </a:r>
                <a14:m>
                  <m:oMath xmlns:m="http://schemas.openxmlformats.org/officeDocument/2006/math">
                    <m:r>
                      <a:rPr lang="en-US" b="0" i="1" smtClean="0">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oMath>
                </a14:m>
                <a:endParaRPr lang="en-US" dirty="0"/>
              </a:p>
              <a:p>
                <a:pPr marL="803275" lvl="1" indent="-342900">
                  <a:buFont typeface="Arial" panose="020B0604020202020204" pitchFamily="34" charset="0"/>
                  <a:buChar char="•"/>
                </a:pPr>
                <a:r>
                  <a:rPr lang="en-US" dirty="0"/>
                  <a:t>Most graph software will handle this for us, though in our deep learning models we may need to handle this manually </a:t>
                </a:r>
              </a:p>
              <a:p>
                <a:pPr marL="342900" indent="-342900">
                  <a:buFont typeface="Arial" panose="020B0604020202020204" pitchFamily="34" charset="0"/>
                  <a:buChar char="•"/>
                </a:pPr>
                <a:r>
                  <a:rPr lang="en-US" dirty="0"/>
                  <a:t>Nodes often have attributes. These can be stored in an appropriate data structure with index (or key) access (e.g., list of node names)</a:t>
                </a:r>
              </a:p>
              <a:p>
                <a:endParaRPr lang="en-US" dirty="0"/>
              </a:p>
            </p:txBody>
          </p:sp>
        </mc:Choice>
        <mc:Fallback xmlns="">
          <p:sp>
            <p:nvSpPr>
              <p:cNvPr id="3" name="Content Placeholder 2">
                <a:extLst>
                  <a:ext uri="{FF2B5EF4-FFF2-40B4-BE49-F238E27FC236}">
                    <a16:creationId xmlns:a16="http://schemas.microsoft.com/office/drawing/2014/main" id="{4FC09C01-C7C8-9CD9-8E3E-7EA7BB48AB56}"/>
                  </a:ext>
                </a:extLst>
              </p:cNvPr>
              <p:cNvSpPr>
                <a:spLocks noGrp="1" noRot="1" noChangeAspect="1" noMove="1" noResize="1" noEditPoints="1" noAdjustHandles="1" noChangeArrowheads="1" noChangeShapeType="1" noTextEdit="1"/>
              </p:cNvSpPr>
              <p:nvPr>
                <p:ph idx="1"/>
              </p:nvPr>
            </p:nvSpPr>
            <p:spPr>
              <a:xfrm>
                <a:off x="1143000" y="1188720"/>
                <a:ext cx="9214164" cy="3756413"/>
              </a:xfrm>
              <a:blipFill>
                <a:blip r:embed="rId2"/>
                <a:stretch>
                  <a:fillRect l="-1928" t="-3367" r="-964"/>
                </a:stretch>
              </a:blipFill>
            </p:spPr>
            <p:txBody>
              <a:bodyPr/>
              <a:lstStyle/>
              <a:p>
                <a:r>
                  <a:rPr lang="en-US">
                    <a:noFill/>
                  </a:rPr>
                  <a:t> </a:t>
                </a:r>
              </a:p>
            </p:txBody>
          </p:sp>
        </mc:Fallback>
      </mc:AlternateContent>
    </p:spTree>
    <p:extLst>
      <p:ext uri="{BB962C8B-B14F-4D97-AF65-F5344CB8AC3E}">
        <p14:creationId xmlns:p14="http://schemas.microsoft.com/office/powerpoint/2010/main" val="3948545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10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10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75F1-DB7F-0A49-58C5-B390120FD93A}"/>
              </a:ext>
            </a:extLst>
          </p:cNvPr>
          <p:cNvSpPr>
            <a:spLocks noGrp="1"/>
          </p:cNvSpPr>
          <p:nvPr>
            <p:ph type="title"/>
          </p:nvPr>
        </p:nvSpPr>
        <p:spPr/>
        <p:txBody>
          <a:bodyPr/>
          <a:lstStyle/>
          <a:p>
            <a:r>
              <a:rPr lang="en-US" dirty="0"/>
              <a:t>Adjacency matrix representation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58D084-10F9-B0F1-85ED-4DCC26D5847F}"/>
                  </a:ext>
                </a:extLst>
              </p:cNvPr>
              <p:cNvSpPr>
                <a:spLocks noGrp="1"/>
              </p:cNvSpPr>
              <p:nvPr>
                <p:ph idx="1"/>
              </p:nvPr>
            </p:nvSpPr>
            <p:spPr>
              <a:xfrm>
                <a:off x="1142998" y="1188720"/>
                <a:ext cx="9949785" cy="2661049"/>
              </a:xfrm>
            </p:spPr>
            <p:txBody>
              <a:bodyPr/>
              <a:lstStyle/>
              <a:p>
                <a:pPr marL="342900" indent="-342900">
                  <a:buFont typeface="Arial" panose="020B0604020202020204" pitchFamily="34" charset="0"/>
                  <a:buChar char="•"/>
                </a:pPr>
                <a:r>
                  <a:rPr lang="en-US" dirty="0"/>
                  <a:t>Label the nodes with integers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dirty="0"/>
                  <a:t> (or </a:t>
                </a:r>
                <a14:m>
                  <m:oMath xmlns:m="http://schemas.openxmlformats.org/officeDocument/2006/math">
                    <m:r>
                      <a:rPr lang="en-US" i="1">
                        <a:latin typeface="Cambria Math" panose="02040503050406030204" pitchFamily="18" charset="0"/>
                      </a:rPr>
                      <m:t>0,</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oMath>
                </a14:m>
                <a:r>
                  <a:rPr lang="en-US" dirty="0"/>
                  <a:t>)</a:t>
                </a:r>
              </a:p>
              <a:p>
                <a:pPr marL="342900" indent="-342900">
                  <a:buFont typeface="Arial" panose="020B0604020202020204" pitchFamily="34" charset="0"/>
                  <a:buChar char="•"/>
                </a:pPr>
                <a:r>
                  <a:rPr lang="en-US" dirty="0"/>
                  <a:t>For a simple, undirected network, the </a:t>
                </a:r>
                <a:r>
                  <a:rPr lang="en-US" b="1" i="1" dirty="0"/>
                  <a:t>adjacency matrix, </a:t>
                </a:r>
                <a14:m>
                  <m:oMath xmlns:m="http://schemas.openxmlformats.org/officeDocument/2006/math">
                    <m:r>
                      <a:rPr lang="en-US" b="1" i="0" smtClean="0">
                        <a:latin typeface="Cambria Math" panose="02040503050406030204" pitchFamily="18" charset="0"/>
                        <a:ea typeface="Cambria Math" panose="02040503050406030204" pitchFamily="18" charset="0"/>
                      </a:rPr>
                      <m:t>𝐀</m:t>
                    </m:r>
                  </m:oMath>
                </a14:m>
                <a:r>
                  <a:rPr lang="en-US" dirty="0"/>
                  <a:t>, is the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r>
                  <a:rPr lang="en-US" dirty="0"/>
                  <a:t> matrix with elements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𝑖𝑗</m:t>
                        </m:r>
                      </m:sub>
                    </m:sSub>
                  </m:oMath>
                </a14:m>
                <a:endParaRPr lang="en-US" dirty="0"/>
              </a:p>
              <a:p>
                <a:pPr algn="ctr"/>
                <a14:m>
                  <m:oMathPara xmlns:m="http://schemas.openxmlformats.org/officeDocument/2006/math">
                    <m:oMathParaPr>
                      <m:jc m:val="center"/>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𝑡h𝑒𝑟𝑒</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𝑎𝑛</m:t>
                                </m:r>
                                <m:r>
                                  <a:rPr lang="en-US" b="0" i="1" smtClean="0">
                                    <a:latin typeface="Cambria Math" panose="02040503050406030204" pitchFamily="18" charset="0"/>
                                  </a:rPr>
                                  <m:t> </m:t>
                                </m:r>
                                <m:r>
                                  <a:rPr lang="en-US" b="0" i="1" smtClean="0">
                                    <a:latin typeface="Cambria Math" panose="02040503050406030204" pitchFamily="18" charset="0"/>
                                  </a:rPr>
                                  <m:t>𝑒𝑑𝑔𝑒</m:t>
                                </m:r>
                                <m:r>
                                  <a:rPr lang="en-US" b="0" i="1" smtClean="0">
                                    <a:latin typeface="Cambria Math" panose="02040503050406030204" pitchFamily="18" charset="0"/>
                                  </a:rPr>
                                  <m:t> </m:t>
                                </m:r>
                                <m:r>
                                  <a:rPr lang="en-US" b="0" i="1" smtClean="0">
                                    <a:latin typeface="Cambria Math" panose="02040503050406030204" pitchFamily="18" charset="0"/>
                                  </a:rPr>
                                  <m:t>𝑏𝑒𝑡𝑤𝑒𝑒𝑛</m:t>
                                </m:r>
                                <m:r>
                                  <a:rPr lang="en-US" b="0" i="1" smtClean="0">
                                    <a:latin typeface="Cambria Math" panose="02040503050406030204" pitchFamily="18" charset="0"/>
                                  </a:rPr>
                                  <m:t> </m:t>
                                </m:r>
                                <m:r>
                                  <a:rPr lang="en-US" b="0" i="1" smtClean="0">
                                    <a:latin typeface="Cambria Math" panose="02040503050406030204" pitchFamily="18" charset="0"/>
                                  </a:rPr>
                                  <m:t>𝑛𝑜𝑑𝑒𝑠</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𝑗</m:t>
                                </m:r>
                              </m:e>
                            </m:mr>
                            <m:mr>
                              <m:e>
                                <m:r>
                                  <a:rPr lang="en-US" b="0" i="1" smtClean="0">
                                    <a:latin typeface="Cambria Math" panose="02040503050406030204" pitchFamily="18" charset="0"/>
                                  </a:rPr>
                                  <m:t>0 </m:t>
                                </m:r>
                                <m:r>
                                  <a:rPr lang="en-US" b="0" i="1" smtClean="0">
                                    <a:latin typeface="Cambria Math" panose="02040503050406030204" pitchFamily="18" charset="0"/>
                                  </a:rPr>
                                  <m:t>𝑜𝑡h𝑒𝑟𝑤𝑖𝑠𝑒</m:t>
                                </m:r>
                                <m:r>
                                  <a:rPr lang="en-US" b="0" i="1" smtClean="0">
                                    <a:latin typeface="Cambria Math" panose="02040503050406030204" pitchFamily="18" charset="0"/>
                                  </a:rPr>
                                  <m:t>                                                               </m:t>
                                </m:r>
                              </m:e>
                            </m:mr>
                          </m:m>
                        </m:e>
                      </m:d>
                    </m:oMath>
                  </m:oMathPara>
                </a14:m>
                <a:endParaRPr lang="en-US" dirty="0"/>
              </a:p>
              <a:p>
                <a:pPr marL="342900" indent="-342900">
                  <a:buFont typeface="Arial" panose="020B0604020202020204" pitchFamily="34" charset="0"/>
                  <a:buChar char="•"/>
                </a:pPr>
                <a:r>
                  <a:rPr lang="en-US" dirty="0"/>
                  <a:t>We can represent this in computer memory using any 2D array data structure (Python lists, NumPy array, </a:t>
                </a:r>
                <a:r>
                  <a:rPr lang="en-US" dirty="0" err="1"/>
                  <a:t>PyTorch</a:t>
                </a:r>
                <a:r>
                  <a:rPr lang="en-US" dirty="0"/>
                  <a:t> tensor)</a:t>
                </a:r>
              </a:p>
            </p:txBody>
          </p:sp>
        </mc:Choice>
        <mc:Fallback xmlns="">
          <p:sp>
            <p:nvSpPr>
              <p:cNvPr id="3" name="Content Placeholder 2">
                <a:extLst>
                  <a:ext uri="{FF2B5EF4-FFF2-40B4-BE49-F238E27FC236}">
                    <a16:creationId xmlns:a16="http://schemas.microsoft.com/office/drawing/2014/main" id="{D758D084-10F9-B0F1-85ED-4DCC26D5847F}"/>
                  </a:ext>
                </a:extLst>
              </p:cNvPr>
              <p:cNvSpPr>
                <a:spLocks noGrp="1" noRot="1" noChangeAspect="1" noMove="1" noResize="1" noEditPoints="1" noAdjustHandles="1" noChangeArrowheads="1" noChangeShapeType="1" noTextEdit="1"/>
              </p:cNvSpPr>
              <p:nvPr>
                <p:ph idx="1"/>
              </p:nvPr>
            </p:nvSpPr>
            <p:spPr>
              <a:xfrm>
                <a:off x="1142998" y="1188720"/>
                <a:ext cx="9949785" cy="2661049"/>
              </a:xfrm>
              <a:blipFill>
                <a:blip r:embed="rId3"/>
                <a:stretch>
                  <a:fillRect l="-1656" t="-28910" b="-73934"/>
                </a:stretch>
              </a:blipFill>
            </p:spPr>
            <p:txBody>
              <a:bodyPr/>
              <a:lstStyle/>
              <a:p>
                <a:r>
                  <a:rPr lang="en-US">
                    <a:noFill/>
                  </a:rPr>
                  <a:t> </a:t>
                </a:r>
              </a:p>
            </p:txBody>
          </p:sp>
        </mc:Fallback>
      </mc:AlternateContent>
      <p:grpSp>
        <p:nvGrpSpPr>
          <p:cNvPr id="23" name="Group 22" descr="Screenshot of Python implementation of adjacency matrix representation">
            <a:extLst>
              <a:ext uri="{FF2B5EF4-FFF2-40B4-BE49-F238E27FC236}">
                <a16:creationId xmlns:a16="http://schemas.microsoft.com/office/drawing/2014/main" id="{6C11D30C-A65F-BAB6-D2D3-5E52E279844E}"/>
              </a:ext>
            </a:extLst>
          </p:cNvPr>
          <p:cNvGrpSpPr/>
          <p:nvPr/>
        </p:nvGrpSpPr>
        <p:grpSpPr>
          <a:xfrm>
            <a:off x="2779301" y="3878915"/>
            <a:ext cx="6907907" cy="2891647"/>
            <a:chOff x="2779301" y="3878915"/>
            <a:chExt cx="6907907" cy="2891647"/>
          </a:xfrm>
        </p:grpSpPr>
        <p:grpSp>
          <p:nvGrpSpPr>
            <p:cNvPr id="20" name="Group 19">
              <a:extLst>
                <a:ext uri="{FF2B5EF4-FFF2-40B4-BE49-F238E27FC236}">
                  <a16:creationId xmlns:a16="http://schemas.microsoft.com/office/drawing/2014/main" id="{0A5FA609-3EDB-1061-268A-09F4E4ED2AD6}"/>
                </a:ext>
              </a:extLst>
            </p:cNvPr>
            <p:cNvGrpSpPr/>
            <p:nvPr/>
          </p:nvGrpSpPr>
          <p:grpSpPr>
            <a:xfrm>
              <a:off x="2779301" y="4287610"/>
              <a:ext cx="2030211" cy="1687660"/>
              <a:chOff x="7710893" y="3975270"/>
              <a:chExt cx="2030211" cy="1687660"/>
            </a:xfrm>
          </p:grpSpPr>
          <p:sp>
            <p:nvSpPr>
              <p:cNvPr id="4" name="Oval 3">
                <a:extLst>
                  <a:ext uri="{FF2B5EF4-FFF2-40B4-BE49-F238E27FC236}">
                    <a16:creationId xmlns:a16="http://schemas.microsoft.com/office/drawing/2014/main" id="{8B95F798-FCB0-DFFA-4F95-DA1081C3363E}"/>
                  </a:ext>
                </a:extLst>
              </p:cNvPr>
              <p:cNvSpPr/>
              <p:nvPr/>
            </p:nvSpPr>
            <p:spPr>
              <a:xfrm>
                <a:off x="9010827" y="5297170"/>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3441A0B-8F12-9260-867A-D6DEE987F369}"/>
                  </a:ext>
                </a:extLst>
              </p:cNvPr>
              <p:cNvSpPr/>
              <p:nvPr/>
            </p:nvSpPr>
            <p:spPr>
              <a:xfrm>
                <a:off x="7710893" y="477693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FB66630-015C-151F-F02E-C3397321D830}"/>
                  </a:ext>
                </a:extLst>
              </p:cNvPr>
              <p:cNvSpPr/>
              <p:nvPr/>
            </p:nvSpPr>
            <p:spPr>
              <a:xfrm>
                <a:off x="8523970" y="3977056"/>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24A216-CE3D-D311-AA27-5707DE36664C}"/>
                  </a:ext>
                </a:extLst>
              </p:cNvPr>
              <p:cNvSpPr/>
              <p:nvPr/>
            </p:nvSpPr>
            <p:spPr>
              <a:xfrm>
                <a:off x="9375344" y="4720109"/>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506C5200-16B0-367A-7F26-2FF8EC702463}"/>
                  </a:ext>
                </a:extLst>
              </p:cNvPr>
              <p:cNvCxnSpPr>
                <a:stCxn id="6" idx="4"/>
                <a:endCxn id="5" idx="0"/>
              </p:cNvCxnSpPr>
              <p:nvPr/>
            </p:nvCxnSpPr>
            <p:spPr>
              <a:xfrm flipH="1">
                <a:off x="7893773" y="4342816"/>
                <a:ext cx="813077" cy="434116"/>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4BD7BF8-E0E2-1FDB-A585-C5108E3179FE}"/>
                  </a:ext>
                </a:extLst>
              </p:cNvPr>
              <p:cNvCxnSpPr>
                <a:cxnSpLocks/>
                <a:stCxn id="6" idx="4"/>
                <a:endCxn id="7" idx="0"/>
              </p:cNvCxnSpPr>
              <p:nvPr/>
            </p:nvCxnSpPr>
            <p:spPr>
              <a:xfrm>
                <a:off x="8706850" y="4342816"/>
                <a:ext cx="851374" cy="377293"/>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F75A94B-A122-69B9-0BB6-8A02FF7077D6}"/>
                  </a:ext>
                </a:extLst>
              </p:cNvPr>
              <p:cNvCxnSpPr>
                <a:cxnSpLocks/>
                <a:stCxn id="6" idx="4"/>
                <a:endCxn id="4" idx="0"/>
              </p:cNvCxnSpPr>
              <p:nvPr/>
            </p:nvCxnSpPr>
            <p:spPr>
              <a:xfrm>
                <a:off x="8706850" y="4342816"/>
                <a:ext cx="486857" cy="954354"/>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6218154-AC9C-898B-69B6-1F6F2346068C}"/>
                  </a:ext>
                </a:extLst>
              </p:cNvPr>
              <p:cNvCxnSpPr>
                <a:cxnSpLocks/>
                <a:stCxn id="4" idx="0"/>
                <a:endCxn id="5" idx="6"/>
              </p:cNvCxnSpPr>
              <p:nvPr/>
            </p:nvCxnSpPr>
            <p:spPr>
              <a:xfrm flipH="1" flipV="1">
                <a:off x="8076653" y="4959812"/>
                <a:ext cx="1117054" cy="33735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A695A61-A2D6-B32E-8F9B-31966A448EE3}"/>
                  </a:ext>
                </a:extLst>
              </p:cNvPr>
              <p:cNvSpPr txBox="1"/>
              <p:nvPr/>
            </p:nvSpPr>
            <p:spPr>
              <a:xfrm>
                <a:off x="8552253" y="3975270"/>
                <a:ext cx="319318" cy="369332"/>
              </a:xfrm>
              <a:prstGeom prst="rect">
                <a:avLst/>
              </a:prstGeom>
              <a:noFill/>
            </p:spPr>
            <p:txBody>
              <a:bodyPr wrap="none" rtlCol="0">
                <a:spAutoFit/>
              </a:bodyPr>
              <a:lstStyle/>
              <a:p>
                <a:r>
                  <a:rPr lang="en-US" dirty="0"/>
                  <a:t>0</a:t>
                </a:r>
              </a:p>
            </p:txBody>
          </p:sp>
          <p:sp>
            <p:nvSpPr>
              <p:cNvPr id="13" name="TextBox 12">
                <a:extLst>
                  <a:ext uri="{FF2B5EF4-FFF2-40B4-BE49-F238E27FC236}">
                    <a16:creationId xmlns:a16="http://schemas.microsoft.com/office/drawing/2014/main" id="{86D8FFB5-99D7-F1F6-6CE3-966217ABAF80}"/>
                  </a:ext>
                </a:extLst>
              </p:cNvPr>
              <p:cNvSpPr txBox="1"/>
              <p:nvPr/>
            </p:nvSpPr>
            <p:spPr>
              <a:xfrm>
                <a:off x="7739972" y="4773360"/>
                <a:ext cx="3193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C2997C1-104D-35FF-18A8-E31D62383755}"/>
                  </a:ext>
                </a:extLst>
              </p:cNvPr>
              <p:cNvSpPr txBox="1"/>
              <p:nvPr/>
            </p:nvSpPr>
            <p:spPr>
              <a:xfrm>
                <a:off x="9409069" y="4718323"/>
                <a:ext cx="319318"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B54EDE3C-B863-C903-352A-3D28B2F12184}"/>
                  </a:ext>
                </a:extLst>
              </p:cNvPr>
              <p:cNvSpPr txBox="1"/>
              <p:nvPr/>
            </p:nvSpPr>
            <p:spPr>
              <a:xfrm>
                <a:off x="9043050" y="5293598"/>
                <a:ext cx="319318" cy="369332"/>
              </a:xfrm>
              <a:prstGeom prst="rect">
                <a:avLst/>
              </a:prstGeom>
              <a:noFill/>
            </p:spPr>
            <p:txBody>
              <a:bodyPr wrap="none" rtlCol="0">
                <a:spAutoFit/>
              </a:bodyPr>
              <a:lstStyle/>
              <a:p>
                <a:r>
                  <a:rPr lang="en-US" dirty="0"/>
                  <a:t>3</a:t>
                </a:r>
              </a:p>
            </p:txBody>
          </p:sp>
        </p:grpSp>
        <p:pic>
          <p:nvPicPr>
            <p:cNvPr id="22" name="Picture 21">
              <a:extLst>
                <a:ext uri="{FF2B5EF4-FFF2-40B4-BE49-F238E27FC236}">
                  <a16:creationId xmlns:a16="http://schemas.microsoft.com/office/drawing/2014/main" id="{0B8BAEDE-1AEC-7DF6-E96C-631D93DB3259}"/>
                </a:ext>
              </a:extLst>
            </p:cNvPr>
            <p:cNvPicPr>
              <a:picLocks noChangeAspect="1"/>
            </p:cNvPicPr>
            <p:nvPr/>
          </p:nvPicPr>
          <p:blipFill>
            <a:blip r:embed="rId4"/>
            <a:stretch>
              <a:fillRect/>
            </a:stretch>
          </p:blipFill>
          <p:spPr>
            <a:xfrm>
              <a:off x="5560806" y="3878915"/>
              <a:ext cx="4126402" cy="2891647"/>
            </a:xfrm>
            <a:prstGeom prst="rect">
              <a:avLst/>
            </a:prstGeom>
          </p:spPr>
        </p:pic>
      </p:grpSp>
    </p:spTree>
    <p:extLst>
      <p:ext uri="{BB962C8B-B14F-4D97-AF65-F5344CB8AC3E}">
        <p14:creationId xmlns:p14="http://schemas.microsoft.com/office/powerpoint/2010/main" val="71595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8C83-5F44-A8AE-8A22-AD0F468636D8}"/>
              </a:ext>
            </a:extLst>
          </p:cNvPr>
          <p:cNvSpPr>
            <a:spLocks noGrp="1"/>
          </p:cNvSpPr>
          <p:nvPr>
            <p:ph type="title"/>
          </p:nvPr>
        </p:nvSpPr>
        <p:spPr/>
        <p:txBody>
          <a:bodyPr/>
          <a:lstStyle/>
          <a:p>
            <a:r>
              <a:rPr lang="en-US" dirty="0"/>
              <a:t>Adjacency matrix representation disadvantages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38C630-084D-028B-EA8B-9204DEE7DB0C}"/>
                  </a:ext>
                </a:extLst>
              </p:cNvPr>
              <p:cNvSpPr>
                <a:spLocks noGrp="1"/>
              </p:cNvSpPr>
              <p:nvPr>
                <p:ph idx="1"/>
              </p:nvPr>
            </p:nvSpPr>
            <p:spPr>
              <a:xfrm>
                <a:off x="1143001" y="1188720"/>
                <a:ext cx="5918702" cy="4706545"/>
              </a:xfrm>
            </p:spPr>
            <p:txBody>
              <a:bodyPr/>
              <a:lstStyle/>
              <a:p>
                <a:pPr marL="342900" indent="-342900">
                  <a:buFont typeface="Arial" panose="020B0604020202020204" pitchFamily="34" charset="0"/>
                  <a:buChar char="•"/>
                </a:pPr>
                <a:r>
                  <a:rPr lang="en-US" dirty="0"/>
                  <a:t>Finding the neighbors of a given node is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marL="803275" lvl="1" indent="-342900">
                  <a:buFont typeface="Arial" panose="020B0604020202020204" pitchFamily="34" charset="0"/>
                  <a:buChar char="•"/>
                </a:pPr>
                <a:r>
                  <a:rPr lang="en-US" dirty="0"/>
                  <a:t>We must iterate over the corresponding row in the array</a:t>
                </a:r>
              </a:p>
              <a:p>
                <a:pPr marL="803275" lvl="1" indent="-342900">
                  <a:buFont typeface="Arial" panose="020B0604020202020204" pitchFamily="34" charset="0"/>
                  <a:buChar char="•"/>
                </a:pPr>
                <a:r>
                  <a:rPr lang="en-US" dirty="0"/>
                  <a:t>Many algorithms require doing this repeatedly </a:t>
                </a:r>
              </a:p>
              <a:p>
                <a:pPr marL="342900" indent="-342900">
                  <a:buFont typeface="Arial" panose="020B0604020202020204" pitchFamily="34" charset="0"/>
                  <a:buChar char="•"/>
                </a:pPr>
                <a:r>
                  <a:rPr lang="en-US" dirty="0"/>
                  <a:t>For sparse networks, most entries are 0</a:t>
                </a:r>
              </a:p>
              <a:p>
                <a:pPr marL="803275" lvl="1" indent="-342900">
                  <a:buFont typeface="Arial" panose="020B0604020202020204" pitchFamily="34" charset="0"/>
                  <a:buChar char="•"/>
                </a:pPr>
                <a:r>
                  <a:rPr lang="en-US" dirty="0"/>
                  <a:t>Inefficient use of computer memory</a:t>
                </a:r>
              </a:p>
              <a:p>
                <a:pPr marL="803275" lvl="1" indent="-342900">
                  <a:buFont typeface="Arial" panose="020B0604020202020204" pitchFamily="34" charset="0"/>
                  <a:buChar char="•"/>
                </a:pPr>
                <a:r>
                  <a:rPr lang="en-US" dirty="0"/>
                  <a:t>Assuming 4 byte integers, then a network with </a:t>
                </a:r>
                <a14:m>
                  <m:oMath xmlns:m="http://schemas.openxmlformats.org/officeDocument/2006/math">
                    <m:r>
                      <a:rPr lang="en-US" b="0" i="1" smtClean="0">
                        <a:latin typeface="Cambria Math" panose="02040503050406030204" pitchFamily="18" charset="0"/>
                      </a:rPr>
                      <m:t>𝑛</m:t>
                    </m:r>
                  </m:oMath>
                </a14:m>
                <a:r>
                  <a:rPr lang="en-US" dirty="0"/>
                  <a:t> nodes requires </a:t>
                </a:r>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bytes to store the adjacency matrix </a:t>
                </a:r>
              </a:p>
              <a:p>
                <a:pPr marL="1028700" lvl="2" indent="-342900">
                  <a:buFont typeface="Arial" panose="020B0604020202020204" pitchFamily="34" charset="0"/>
                  <a:buChar char="•"/>
                </a:pPr>
                <a:r>
                  <a:rPr lang="en-US" dirty="0"/>
                  <a:t>50,000 nodes requires 10 GB of RAM</a:t>
                </a:r>
              </a:p>
              <a:p>
                <a:pPr marL="1028700" lvl="2" indent="-342900">
                  <a:buFont typeface="Arial" panose="020B0604020202020204" pitchFamily="34" charset="0"/>
                  <a:buChar char="•"/>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US" dirty="0"/>
                  <a:t> nodes requires 4000 GB of RAM – this network size is not uncommon </a:t>
                </a:r>
              </a:p>
              <a:p>
                <a:pPr marL="803275" lvl="1"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mc:Choice>
        <mc:Fallback xmlns="">
          <p:sp>
            <p:nvSpPr>
              <p:cNvPr id="3" name="Content Placeholder 2">
                <a:extLst>
                  <a:ext uri="{FF2B5EF4-FFF2-40B4-BE49-F238E27FC236}">
                    <a16:creationId xmlns:a16="http://schemas.microsoft.com/office/drawing/2014/main" id="{7E38C630-084D-028B-EA8B-9204DEE7DB0C}"/>
                  </a:ext>
                </a:extLst>
              </p:cNvPr>
              <p:cNvSpPr>
                <a:spLocks noGrp="1" noRot="1" noChangeAspect="1" noMove="1" noResize="1" noEditPoints="1" noAdjustHandles="1" noChangeArrowheads="1" noChangeShapeType="1" noTextEdit="1"/>
              </p:cNvSpPr>
              <p:nvPr>
                <p:ph idx="1"/>
              </p:nvPr>
            </p:nvSpPr>
            <p:spPr>
              <a:xfrm>
                <a:off x="1143001" y="1188720"/>
                <a:ext cx="5918702" cy="4706545"/>
              </a:xfrm>
              <a:blipFill>
                <a:blip r:embed="rId3"/>
                <a:stretch>
                  <a:fillRect l="-3004" t="-2688" r="-1502"/>
                </a:stretch>
              </a:blipFill>
            </p:spPr>
            <p:txBody>
              <a:bodyPr/>
              <a:lstStyle/>
              <a:p>
                <a:r>
                  <a:rPr lang="en-US">
                    <a:noFill/>
                  </a:rPr>
                  <a:t> </a:t>
                </a:r>
              </a:p>
            </p:txBody>
          </p:sp>
        </mc:Fallback>
      </mc:AlternateContent>
      <p:pic>
        <p:nvPicPr>
          <p:cNvPr id="4" name="Picture 3" descr="graph of memory storage size for adjacency matrix vs. network node count">
            <a:extLst>
              <a:ext uri="{FF2B5EF4-FFF2-40B4-BE49-F238E27FC236}">
                <a16:creationId xmlns:a16="http://schemas.microsoft.com/office/drawing/2014/main" id="{BD48E108-E39C-54E5-45B8-407D83DA1FD8}"/>
              </a:ext>
            </a:extLst>
          </p:cNvPr>
          <p:cNvPicPr>
            <a:picLocks noChangeAspect="1"/>
          </p:cNvPicPr>
          <p:nvPr/>
        </p:nvPicPr>
        <p:blipFill>
          <a:blip r:embed="rId4"/>
          <a:stretch>
            <a:fillRect/>
          </a:stretch>
        </p:blipFill>
        <p:spPr>
          <a:xfrm>
            <a:off x="7281815" y="1188720"/>
            <a:ext cx="4770233" cy="4706545"/>
          </a:xfrm>
          <a:prstGeom prst="rect">
            <a:avLst/>
          </a:prstGeom>
        </p:spPr>
      </p:pic>
    </p:spTree>
    <p:extLst>
      <p:ext uri="{BB962C8B-B14F-4D97-AF65-F5344CB8AC3E}">
        <p14:creationId xmlns:p14="http://schemas.microsoft.com/office/powerpoint/2010/main" val="792345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10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10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4455-37A6-0257-F223-B089A135A975}"/>
              </a:ext>
            </a:extLst>
          </p:cNvPr>
          <p:cNvSpPr>
            <a:spLocks noGrp="1"/>
          </p:cNvSpPr>
          <p:nvPr>
            <p:ph type="title"/>
          </p:nvPr>
        </p:nvSpPr>
        <p:spPr/>
        <p:txBody>
          <a:bodyPr/>
          <a:lstStyle/>
          <a:p>
            <a:r>
              <a:rPr lang="en-US" dirty="0"/>
              <a:t>Adjacency list</a:t>
            </a:r>
          </a:p>
        </p:txBody>
      </p:sp>
      <p:sp>
        <p:nvSpPr>
          <p:cNvPr id="3" name="Content Placeholder 2">
            <a:extLst>
              <a:ext uri="{FF2B5EF4-FFF2-40B4-BE49-F238E27FC236}">
                <a16:creationId xmlns:a16="http://schemas.microsoft.com/office/drawing/2014/main" id="{B0903057-CD67-2E1B-3126-D23675D60BE2}"/>
              </a:ext>
            </a:extLst>
          </p:cNvPr>
          <p:cNvSpPr>
            <a:spLocks noGrp="1"/>
          </p:cNvSpPr>
          <p:nvPr>
            <p:ph idx="1"/>
          </p:nvPr>
        </p:nvSpPr>
        <p:spPr>
          <a:xfrm>
            <a:off x="1143000" y="1188720"/>
            <a:ext cx="7584541" cy="1074140"/>
          </a:xfrm>
        </p:spPr>
        <p:txBody>
          <a:bodyPr/>
          <a:lstStyle/>
          <a:p>
            <a:pPr marL="342900" indent="-342900">
              <a:buFont typeface="Arial" panose="020B0604020202020204" pitchFamily="34" charset="0"/>
              <a:buChar char="•"/>
            </a:pPr>
            <a:r>
              <a:rPr lang="en-US" dirty="0"/>
              <a:t>Store a list for each node where the list for node I contains the labels of its neighbors</a:t>
            </a:r>
          </a:p>
          <a:p>
            <a:pPr marL="342900" indent="-342900">
              <a:buFont typeface="Arial" panose="020B0604020202020204" pitchFamily="34" charset="0"/>
              <a:buChar char="•"/>
            </a:pPr>
            <a:r>
              <a:rPr lang="en-US" dirty="0"/>
              <a:t>Each edge appears twice in the adjacency list</a:t>
            </a:r>
          </a:p>
        </p:txBody>
      </p:sp>
      <p:grpSp>
        <p:nvGrpSpPr>
          <p:cNvPr id="4" name="Group 3">
            <a:extLst>
              <a:ext uri="{FF2B5EF4-FFF2-40B4-BE49-F238E27FC236}">
                <a16:creationId xmlns:a16="http://schemas.microsoft.com/office/drawing/2014/main" id="{06968269-25D2-1DBF-788A-02F9CF7B964C}"/>
              </a:ext>
            </a:extLst>
          </p:cNvPr>
          <p:cNvGrpSpPr/>
          <p:nvPr/>
        </p:nvGrpSpPr>
        <p:grpSpPr>
          <a:xfrm>
            <a:off x="9398102" y="1188720"/>
            <a:ext cx="2030211" cy="1687660"/>
            <a:chOff x="7710893" y="3975270"/>
            <a:chExt cx="2030211" cy="1687660"/>
          </a:xfrm>
        </p:grpSpPr>
        <p:sp>
          <p:nvSpPr>
            <p:cNvPr id="5" name="Oval 4">
              <a:extLst>
                <a:ext uri="{FF2B5EF4-FFF2-40B4-BE49-F238E27FC236}">
                  <a16:creationId xmlns:a16="http://schemas.microsoft.com/office/drawing/2014/main" id="{FD3D396D-A289-9FA2-68E9-8FFA8C0FCDE7}"/>
                </a:ext>
              </a:extLst>
            </p:cNvPr>
            <p:cNvSpPr/>
            <p:nvPr/>
          </p:nvSpPr>
          <p:spPr>
            <a:xfrm>
              <a:off x="9010827" y="5297170"/>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0F0828E-A4C9-3E14-EFD2-2684DFFDDBD7}"/>
                </a:ext>
              </a:extLst>
            </p:cNvPr>
            <p:cNvSpPr/>
            <p:nvPr/>
          </p:nvSpPr>
          <p:spPr>
            <a:xfrm>
              <a:off x="7710893" y="477693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FEC5562-1D13-7888-FD0A-7031A777487F}"/>
                </a:ext>
              </a:extLst>
            </p:cNvPr>
            <p:cNvSpPr/>
            <p:nvPr/>
          </p:nvSpPr>
          <p:spPr>
            <a:xfrm>
              <a:off x="8523970" y="3977056"/>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1ABB01B-D681-8D06-288A-419BDFB7BEEE}"/>
                </a:ext>
              </a:extLst>
            </p:cNvPr>
            <p:cNvSpPr/>
            <p:nvPr/>
          </p:nvSpPr>
          <p:spPr>
            <a:xfrm>
              <a:off x="9375344" y="4720109"/>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298AEF1-631B-7382-64FE-E92E30BF561B}"/>
                </a:ext>
              </a:extLst>
            </p:cNvPr>
            <p:cNvCxnSpPr>
              <a:stCxn id="7" idx="4"/>
              <a:endCxn id="6" idx="0"/>
            </p:cNvCxnSpPr>
            <p:nvPr/>
          </p:nvCxnSpPr>
          <p:spPr>
            <a:xfrm flipH="1">
              <a:off x="7893773" y="4342816"/>
              <a:ext cx="813077" cy="434116"/>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41659C-02F3-E7E4-87C9-9071AA7E5DFC}"/>
                </a:ext>
              </a:extLst>
            </p:cNvPr>
            <p:cNvCxnSpPr>
              <a:cxnSpLocks/>
              <a:stCxn id="7" idx="4"/>
              <a:endCxn id="8" idx="0"/>
            </p:cNvCxnSpPr>
            <p:nvPr/>
          </p:nvCxnSpPr>
          <p:spPr>
            <a:xfrm>
              <a:off x="8706850" y="4342816"/>
              <a:ext cx="851374" cy="377293"/>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926114-B36D-B3D9-8C70-41A0E8AA0F4E}"/>
                </a:ext>
              </a:extLst>
            </p:cNvPr>
            <p:cNvCxnSpPr>
              <a:cxnSpLocks/>
              <a:stCxn id="7" idx="4"/>
              <a:endCxn id="5" idx="0"/>
            </p:cNvCxnSpPr>
            <p:nvPr/>
          </p:nvCxnSpPr>
          <p:spPr>
            <a:xfrm>
              <a:off x="8706850" y="4342816"/>
              <a:ext cx="486857" cy="954354"/>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F0C94C-76C9-917B-47E6-8CCE12073C5F}"/>
                </a:ext>
              </a:extLst>
            </p:cNvPr>
            <p:cNvCxnSpPr>
              <a:cxnSpLocks/>
              <a:stCxn id="5" idx="0"/>
              <a:endCxn id="6" idx="6"/>
            </p:cNvCxnSpPr>
            <p:nvPr/>
          </p:nvCxnSpPr>
          <p:spPr>
            <a:xfrm flipH="1" flipV="1">
              <a:off x="8076653" y="4959812"/>
              <a:ext cx="1117054" cy="33735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DF6198F-F84B-F918-5FCC-5B126F75E9F0}"/>
                </a:ext>
              </a:extLst>
            </p:cNvPr>
            <p:cNvSpPr txBox="1"/>
            <p:nvPr/>
          </p:nvSpPr>
          <p:spPr>
            <a:xfrm>
              <a:off x="8552253" y="3975270"/>
              <a:ext cx="3193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4C040DC-1671-0B2D-AEF5-18A2D0BF0C19}"/>
                </a:ext>
              </a:extLst>
            </p:cNvPr>
            <p:cNvSpPr txBox="1"/>
            <p:nvPr/>
          </p:nvSpPr>
          <p:spPr>
            <a:xfrm>
              <a:off x="7739972" y="4773360"/>
              <a:ext cx="324128"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5659CCA8-2406-8323-A49A-592FD44B4293}"/>
                </a:ext>
              </a:extLst>
            </p:cNvPr>
            <p:cNvSpPr txBox="1"/>
            <p:nvPr/>
          </p:nvSpPr>
          <p:spPr>
            <a:xfrm>
              <a:off x="9409069" y="4718323"/>
              <a:ext cx="317716" cy="369332"/>
            </a:xfrm>
            <a:prstGeom prst="rect">
              <a:avLst/>
            </a:prstGeom>
            <a:noFill/>
          </p:spPr>
          <p:txBody>
            <a:bodyPr wrap="none" rtlCol="0">
              <a:spAutoFit/>
            </a:bodyPr>
            <a:lstStyle/>
            <a:p>
              <a:r>
                <a:rPr lang="en-US" dirty="0"/>
                <a:t>3</a:t>
              </a:r>
            </a:p>
          </p:txBody>
        </p:sp>
        <p:sp>
          <p:nvSpPr>
            <p:cNvPr id="16" name="TextBox 15">
              <a:extLst>
                <a:ext uri="{FF2B5EF4-FFF2-40B4-BE49-F238E27FC236}">
                  <a16:creationId xmlns:a16="http://schemas.microsoft.com/office/drawing/2014/main" id="{50BE41CC-6AEB-DD51-44AC-EA259CA8A814}"/>
                </a:ext>
              </a:extLst>
            </p:cNvPr>
            <p:cNvSpPr txBox="1"/>
            <p:nvPr/>
          </p:nvSpPr>
          <p:spPr>
            <a:xfrm>
              <a:off x="9043050" y="5293598"/>
              <a:ext cx="319318" cy="369332"/>
            </a:xfrm>
            <a:prstGeom prst="rect">
              <a:avLst/>
            </a:prstGeom>
            <a:noFill/>
          </p:spPr>
          <p:txBody>
            <a:bodyPr wrap="none" rtlCol="0">
              <a:spAutoFit/>
            </a:bodyPr>
            <a:lstStyle/>
            <a:p>
              <a:r>
                <a:rPr lang="en-US" dirty="0"/>
                <a:t>4</a:t>
              </a:r>
            </a:p>
          </p:txBody>
        </p:sp>
      </p:grpSp>
      <p:graphicFrame>
        <p:nvGraphicFramePr>
          <p:cNvPr id="17" name="Table 16">
            <a:extLst>
              <a:ext uri="{FF2B5EF4-FFF2-40B4-BE49-F238E27FC236}">
                <a16:creationId xmlns:a16="http://schemas.microsoft.com/office/drawing/2014/main" id="{994328ED-C729-F60E-F59C-DB8DBAA70357}"/>
              </a:ext>
            </a:extLst>
          </p:cNvPr>
          <p:cNvGraphicFramePr>
            <a:graphicFrameLocks noGrp="1"/>
          </p:cNvGraphicFramePr>
          <p:nvPr>
            <p:extLst>
              <p:ext uri="{D42A27DB-BD31-4B8C-83A1-F6EECF244321}">
                <p14:modId xmlns:p14="http://schemas.microsoft.com/office/powerpoint/2010/main" val="3760140255"/>
              </p:ext>
            </p:extLst>
          </p:nvPr>
        </p:nvGraphicFramePr>
        <p:xfrm>
          <a:off x="9151748" y="3142788"/>
          <a:ext cx="2522920" cy="1828800"/>
        </p:xfrm>
        <a:graphic>
          <a:graphicData uri="http://schemas.openxmlformats.org/drawingml/2006/table">
            <a:tbl>
              <a:tblPr firstRow="1" bandRow="1">
                <a:tableStyleId>{72833802-FEF1-4C79-8D5D-14CF1EAF98D9}</a:tableStyleId>
              </a:tblPr>
              <a:tblGrid>
                <a:gridCol w="1261460">
                  <a:extLst>
                    <a:ext uri="{9D8B030D-6E8A-4147-A177-3AD203B41FA5}">
                      <a16:colId xmlns:a16="http://schemas.microsoft.com/office/drawing/2014/main" val="2462345444"/>
                    </a:ext>
                  </a:extLst>
                </a:gridCol>
                <a:gridCol w="1261460">
                  <a:extLst>
                    <a:ext uri="{9D8B030D-6E8A-4147-A177-3AD203B41FA5}">
                      <a16:colId xmlns:a16="http://schemas.microsoft.com/office/drawing/2014/main" val="2221542591"/>
                    </a:ext>
                  </a:extLst>
                </a:gridCol>
              </a:tblGrid>
              <a:tr h="353466">
                <a:tc>
                  <a:txBody>
                    <a:bodyPr/>
                    <a:lstStyle/>
                    <a:p>
                      <a:r>
                        <a:rPr lang="en-US" dirty="0"/>
                        <a:t>Node</a:t>
                      </a:r>
                    </a:p>
                  </a:txBody>
                  <a:tcPr/>
                </a:tc>
                <a:tc>
                  <a:txBody>
                    <a:bodyPr/>
                    <a:lstStyle/>
                    <a:p>
                      <a:r>
                        <a:rPr lang="en-US" dirty="0"/>
                        <a:t>Neighbors</a:t>
                      </a:r>
                    </a:p>
                  </a:txBody>
                  <a:tcPr/>
                </a:tc>
                <a:extLst>
                  <a:ext uri="{0D108BD9-81ED-4DB2-BD59-A6C34878D82A}">
                    <a16:rowId xmlns:a16="http://schemas.microsoft.com/office/drawing/2014/main" val="1008444982"/>
                  </a:ext>
                </a:extLst>
              </a:tr>
              <a:tr h="353466">
                <a:tc>
                  <a:txBody>
                    <a:bodyPr/>
                    <a:lstStyle/>
                    <a:p>
                      <a:r>
                        <a:rPr lang="en-US" dirty="0"/>
                        <a:t>1</a:t>
                      </a:r>
                    </a:p>
                  </a:txBody>
                  <a:tcPr/>
                </a:tc>
                <a:tc>
                  <a:txBody>
                    <a:bodyPr/>
                    <a:lstStyle/>
                    <a:p>
                      <a:r>
                        <a:rPr lang="en-US" dirty="0"/>
                        <a:t>2, 3</a:t>
                      </a:r>
                    </a:p>
                  </a:txBody>
                  <a:tcPr/>
                </a:tc>
                <a:extLst>
                  <a:ext uri="{0D108BD9-81ED-4DB2-BD59-A6C34878D82A}">
                    <a16:rowId xmlns:a16="http://schemas.microsoft.com/office/drawing/2014/main" val="1724133042"/>
                  </a:ext>
                </a:extLst>
              </a:tr>
              <a:tr h="353466">
                <a:tc>
                  <a:txBody>
                    <a:bodyPr/>
                    <a:lstStyle/>
                    <a:p>
                      <a:r>
                        <a:rPr lang="en-US" dirty="0"/>
                        <a:t>2</a:t>
                      </a:r>
                    </a:p>
                  </a:txBody>
                  <a:tcPr/>
                </a:tc>
                <a:tc>
                  <a:txBody>
                    <a:bodyPr/>
                    <a:lstStyle/>
                    <a:p>
                      <a:r>
                        <a:rPr lang="en-US" dirty="0"/>
                        <a:t>1, 4</a:t>
                      </a:r>
                    </a:p>
                  </a:txBody>
                  <a:tcPr/>
                </a:tc>
                <a:extLst>
                  <a:ext uri="{0D108BD9-81ED-4DB2-BD59-A6C34878D82A}">
                    <a16:rowId xmlns:a16="http://schemas.microsoft.com/office/drawing/2014/main" val="2396268001"/>
                  </a:ext>
                </a:extLst>
              </a:tr>
              <a:tr h="353466">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535499266"/>
                  </a:ext>
                </a:extLst>
              </a:tr>
              <a:tr h="353466">
                <a:tc>
                  <a:txBody>
                    <a:bodyPr/>
                    <a:lstStyle/>
                    <a:p>
                      <a:r>
                        <a:rPr lang="en-US" dirty="0"/>
                        <a:t>4</a:t>
                      </a:r>
                    </a:p>
                  </a:txBody>
                  <a:tcPr/>
                </a:tc>
                <a:tc>
                  <a:txBody>
                    <a:bodyPr/>
                    <a:lstStyle/>
                    <a:p>
                      <a:r>
                        <a:rPr lang="en-US" dirty="0"/>
                        <a:t>1, 2</a:t>
                      </a:r>
                    </a:p>
                  </a:txBody>
                  <a:tcPr/>
                </a:tc>
                <a:extLst>
                  <a:ext uri="{0D108BD9-81ED-4DB2-BD59-A6C34878D82A}">
                    <a16:rowId xmlns:a16="http://schemas.microsoft.com/office/drawing/2014/main" val="1587694965"/>
                  </a:ext>
                </a:extLst>
              </a:tr>
            </a:tbl>
          </a:graphicData>
        </a:graphic>
      </p:graphicFrame>
    </p:spTree>
    <p:extLst>
      <p:ext uri="{BB962C8B-B14F-4D97-AF65-F5344CB8AC3E}">
        <p14:creationId xmlns:p14="http://schemas.microsoft.com/office/powerpoint/2010/main" val="24401655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2BE97-3188-6C06-1005-921AED75E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B7B82-B3A1-6EB4-BD32-B3C7DDA89933}"/>
              </a:ext>
            </a:extLst>
          </p:cNvPr>
          <p:cNvSpPr>
            <a:spLocks noGrp="1"/>
          </p:cNvSpPr>
          <p:nvPr>
            <p:ph type="title"/>
          </p:nvPr>
        </p:nvSpPr>
        <p:spPr/>
        <p:txBody>
          <a:bodyPr/>
          <a:lstStyle/>
          <a:p>
            <a:r>
              <a:rPr lang="en-US" dirty="0"/>
              <a:t>Adjacency list</a:t>
            </a:r>
          </a:p>
        </p:txBody>
      </p:sp>
      <p:sp>
        <p:nvSpPr>
          <p:cNvPr id="3" name="Content Placeholder 2">
            <a:extLst>
              <a:ext uri="{FF2B5EF4-FFF2-40B4-BE49-F238E27FC236}">
                <a16:creationId xmlns:a16="http://schemas.microsoft.com/office/drawing/2014/main" id="{11434A9C-E86F-ED25-9FE6-6EE3C4A40463}"/>
              </a:ext>
            </a:extLst>
          </p:cNvPr>
          <p:cNvSpPr>
            <a:spLocks noGrp="1"/>
          </p:cNvSpPr>
          <p:nvPr>
            <p:ph idx="1"/>
          </p:nvPr>
        </p:nvSpPr>
        <p:spPr>
          <a:xfrm>
            <a:off x="1143000" y="1188720"/>
            <a:ext cx="7584541" cy="2178545"/>
          </a:xfrm>
        </p:spPr>
        <p:txBody>
          <a:bodyPr/>
          <a:lstStyle/>
          <a:p>
            <a:pPr marL="342900" indent="-342900">
              <a:buFont typeface="Arial" panose="020B0604020202020204" pitchFamily="34" charset="0"/>
              <a:buChar char="•"/>
            </a:pPr>
            <a:r>
              <a:rPr lang="en-US" dirty="0"/>
              <a:t>Store a list for each node where the list for node I contains the labels of its neighbors</a:t>
            </a:r>
          </a:p>
          <a:p>
            <a:pPr marL="342900" indent="-342900">
              <a:buFont typeface="Arial" panose="020B0604020202020204" pitchFamily="34" charset="0"/>
              <a:buChar char="•"/>
            </a:pPr>
            <a:r>
              <a:rPr lang="en-US" dirty="0"/>
              <a:t>Each edge appears twice in the adjacency list</a:t>
            </a:r>
          </a:p>
          <a:p>
            <a:pPr marL="342900" indent="-342900">
              <a:buFont typeface="Arial" panose="020B0604020202020204" pitchFamily="34" charset="0"/>
              <a:buChar char="•"/>
            </a:pPr>
            <a:r>
              <a:rPr lang="en-US" dirty="0"/>
              <a:t>Special considerations</a:t>
            </a:r>
          </a:p>
          <a:p>
            <a:pPr marL="803275" lvl="1" indent="-342900">
              <a:buFont typeface="Arial" panose="020B0604020202020204" pitchFamily="34" charset="0"/>
              <a:buChar char="•"/>
            </a:pPr>
            <a:r>
              <a:rPr lang="en-US" dirty="0" err="1"/>
              <a:t>Multiedges</a:t>
            </a:r>
            <a:r>
              <a:rPr lang="en-US" dirty="0"/>
              <a:t> are represented by repeated entries in the neighbors list </a:t>
            </a:r>
          </a:p>
        </p:txBody>
      </p:sp>
      <p:sp>
        <p:nvSpPr>
          <p:cNvPr id="5" name="Oval 4">
            <a:extLst>
              <a:ext uri="{FF2B5EF4-FFF2-40B4-BE49-F238E27FC236}">
                <a16:creationId xmlns:a16="http://schemas.microsoft.com/office/drawing/2014/main" id="{C39E5B93-C88A-31AB-5199-D2180CE2F2AD}"/>
              </a:ext>
            </a:extLst>
          </p:cNvPr>
          <p:cNvSpPr/>
          <p:nvPr/>
        </p:nvSpPr>
        <p:spPr>
          <a:xfrm>
            <a:off x="10698036" y="2510620"/>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5ADFE3-DDC7-4B80-C545-E545EAD75C9F}"/>
              </a:ext>
            </a:extLst>
          </p:cNvPr>
          <p:cNvSpPr/>
          <p:nvPr/>
        </p:nvSpPr>
        <p:spPr>
          <a:xfrm>
            <a:off x="9398102" y="199038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F84A168-499A-A3BC-02E9-711ED05DB427}"/>
              </a:ext>
            </a:extLst>
          </p:cNvPr>
          <p:cNvSpPr/>
          <p:nvPr/>
        </p:nvSpPr>
        <p:spPr>
          <a:xfrm>
            <a:off x="10211179" y="1190506"/>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A3497EC-845E-AA36-FF5D-53CEE3479A7F}"/>
              </a:ext>
            </a:extLst>
          </p:cNvPr>
          <p:cNvSpPr/>
          <p:nvPr/>
        </p:nvSpPr>
        <p:spPr>
          <a:xfrm>
            <a:off x="11062553" y="1933559"/>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8810FE71-15D4-A253-CCC2-44D6519329CE}"/>
              </a:ext>
            </a:extLst>
          </p:cNvPr>
          <p:cNvCxnSpPr>
            <a:stCxn id="7" idx="4"/>
            <a:endCxn id="6" idx="0"/>
          </p:cNvCxnSpPr>
          <p:nvPr/>
        </p:nvCxnSpPr>
        <p:spPr>
          <a:xfrm flipH="1">
            <a:off x="9580982" y="1556266"/>
            <a:ext cx="813077" cy="434116"/>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B00A83-92CE-811F-64E7-BF4BBDB6A180}"/>
              </a:ext>
            </a:extLst>
          </p:cNvPr>
          <p:cNvCxnSpPr>
            <a:cxnSpLocks/>
            <a:stCxn id="7" idx="4"/>
            <a:endCxn id="8" idx="0"/>
          </p:cNvCxnSpPr>
          <p:nvPr/>
        </p:nvCxnSpPr>
        <p:spPr>
          <a:xfrm>
            <a:off x="10394059" y="1556266"/>
            <a:ext cx="851374" cy="37729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53A353-9392-D8D4-756A-75335B1CB10F}"/>
              </a:ext>
            </a:extLst>
          </p:cNvPr>
          <p:cNvCxnSpPr>
            <a:cxnSpLocks/>
            <a:stCxn id="7" idx="4"/>
            <a:endCxn id="5" idx="0"/>
          </p:cNvCxnSpPr>
          <p:nvPr/>
        </p:nvCxnSpPr>
        <p:spPr>
          <a:xfrm>
            <a:off x="10394059" y="1556266"/>
            <a:ext cx="486857" cy="954354"/>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1355A9-A22E-42C0-1AA5-3CFBD023E09E}"/>
              </a:ext>
            </a:extLst>
          </p:cNvPr>
          <p:cNvCxnSpPr>
            <a:cxnSpLocks/>
            <a:stCxn id="5" idx="0"/>
            <a:endCxn id="6" idx="6"/>
          </p:cNvCxnSpPr>
          <p:nvPr/>
        </p:nvCxnSpPr>
        <p:spPr>
          <a:xfrm flipH="1" flipV="1">
            <a:off x="9763862" y="2173262"/>
            <a:ext cx="1117054" cy="33735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E888263-7F18-DC7F-D350-64010E176498}"/>
              </a:ext>
            </a:extLst>
          </p:cNvPr>
          <p:cNvSpPr txBox="1"/>
          <p:nvPr/>
        </p:nvSpPr>
        <p:spPr>
          <a:xfrm>
            <a:off x="10239462" y="1188720"/>
            <a:ext cx="3193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54EBF6DE-B0C8-FD04-1583-3595CBA96852}"/>
              </a:ext>
            </a:extLst>
          </p:cNvPr>
          <p:cNvSpPr txBox="1"/>
          <p:nvPr/>
        </p:nvSpPr>
        <p:spPr>
          <a:xfrm>
            <a:off x="9427181" y="1986810"/>
            <a:ext cx="324128"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77C88E3D-D8B3-87BF-6D50-99B8246A6E37}"/>
              </a:ext>
            </a:extLst>
          </p:cNvPr>
          <p:cNvSpPr txBox="1"/>
          <p:nvPr/>
        </p:nvSpPr>
        <p:spPr>
          <a:xfrm>
            <a:off x="11096278" y="1931773"/>
            <a:ext cx="317716" cy="369332"/>
          </a:xfrm>
          <a:prstGeom prst="rect">
            <a:avLst/>
          </a:prstGeom>
          <a:noFill/>
        </p:spPr>
        <p:txBody>
          <a:bodyPr wrap="none" rtlCol="0">
            <a:spAutoFit/>
          </a:bodyPr>
          <a:lstStyle/>
          <a:p>
            <a:r>
              <a:rPr lang="en-US" dirty="0"/>
              <a:t>3</a:t>
            </a:r>
          </a:p>
        </p:txBody>
      </p:sp>
      <p:sp>
        <p:nvSpPr>
          <p:cNvPr id="16" name="TextBox 15">
            <a:extLst>
              <a:ext uri="{FF2B5EF4-FFF2-40B4-BE49-F238E27FC236}">
                <a16:creationId xmlns:a16="http://schemas.microsoft.com/office/drawing/2014/main" id="{2349D4F3-B5A1-BFFF-CA23-09C44719E5A9}"/>
              </a:ext>
            </a:extLst>
          </p:cNvPr>
          <p:cNvSpPr txBox="1"/>
          <p:nvPr/>
        </p:nvSpPr>
        <p:spPr>
          <a:xfrm>
            <a:off x="10730259" y="2507048"/>
            <a:ext cx="319318" cy="369332"/>
          </a:xfrm>
          <a:prstGeom prst="rect">
            <a:avLst/>
          </a:prstGeom>
          <a:noFill/>
        </p:spPr>
        <p:txBody>
          <a:bodyPr wrap="none" rtlCol="0">
            <a:spAutoFit/>
          </a:bodyPr>
          <a:lstStyle/>
          <a:p>
            <a:r>
              <a:rPr lang="en-US" dirty="0"/>
              <a:t>4</a:t>
            </a:r>
          </a:p>
        </p:txBody>
      </p:sp>
      <p:graphicFrame>
        <p:nvGraphicFramePr>
          <p:cNvPr id="17" name="Table 16">
            <a:extLst>
              <a:ext uri="{FF2B5EF4-FFF2-40B4-BE49-F238E27FC236}">
                <a16:creationId xmlns:a16="http://schemas.microsoft.com/office/drawing/2014/main" id="{59A9AA64-C2E9-A567-C6D3-644EFF69A51F}"/>
              </a:ext>
            </a:extLst>
          </p:cNvPr>
          <p:cNvGraphicFramePr>
            <a:graphicFrameLocks noGrp="1"/>
          </p:cNvGraphicFramePr>
          <p:nvPr>
            <p:extLst>
              <p:ext uri="{D42A27DB-BD31-4B8C-83A1-F6EECF244321}">
                <p14:modId xmlns:p14="http://schemas.microsoft.com/office/powerpoint/2010/main" val="3160712933"/>
              </p:ext>
            </p:extLst>
          </p:nvPr>
        </p:nvGraphicFramePr>
        <p:xfrm>
          <a:off x="9151748" y="3142788"/>
          <a:ext cx="2522920" cy="1828800"/>
        </p:xfrm>
        <a:graphic>
          <a:graphicData uri="http://schemas.openxmlformats.org/drawingml/2006/table">
            <a:tbl>
              <a:tblPr firstRow="1" bandRow="1">
                <a:tableStyleId>{72833802-FEF1-4C79-8D5D-14CF1EAF98D9}</a:tableStyleId>
              </a:tblPr>
              <a:tblGrid>
                <a:gridCol w="1261460">
                  <a:extLst>
                    <a:ext uri="{9D8B030D-6E8A-4147-A177-3AD203B41FA5}">
                      <a16:colId xmlns:a16="http://schemas.microsoft.com/office/drawing/2014/main" val="2462345444"/>
                    </a:ext>
                  </a:extLst>
                </a:gridCol>
                <a:gridCol w="1261460">
                  <a:extLst>
                    <a:ext uri="{9D8B030D-6E8A-4147-A177-3AD203B41FA5}">
                      <a16:colId xmlns:a16="http://schemas.microsoft.com/office/drawing/2014/main" val="2221542591"/>
                    </a:ext>
                  </a:extLst>
                </a:gridCol>
              </a:tblGrid>
              <a:tr h="353466">
                <a:tc>
                  <a:txBody>
                    <a:bodyPr/>
                    <a:lstStyle/>
                    <a:p>
                      <a:r>
                        <a:rPr lang="en-US" dirty="0"/>
                        <a:t>Node</a:t>
                      </a:r>
                    </a:p>
                  </a:txBody>
                  <a:tcPr/>
                </a:tc>
                <a:tc>
                  <a:txBody>
                    <a:bodyPr/>
                    <a:lstStyle/>
                    <a:p>
                      <a:r>
                        <a:rPr lang="en-US" dirty="0"/>
                        <a:t>Neighbors</a:t>
                      </a:r>
                    </a:p>
                  </a:txBody>
                  <a:tcPr/>
                </a:tc>
                <a:extLst>
                  <a:ext uri="{0D108BD9-81ED-4DB2-BD59-A6C34878D82A}">
                    <a16:rowId xmlns:a16="http://schemas.microsoft.com/office/drawing/2014/main" val="1008444982"/>
                  </a:ext>
                </a:extLst>
              </a:tr>
              <a:tr h="353466">
                <a:tc>
                  <a:txBody>
                    <a:bodyPr/>
                    <a:lstStyle/>
                    <a:p>
                      <a:r>
                        <a:rPr lang="en-US" dirty="0"/>
                        <a:t>1</a:t>
                      </a:r>
                    </a:p>
                  </a:txBody>
                  <a:tcPr/>
                </a:tc>
                <a:tc>
                  <a:txBody>
                    <a:bodyPr/>
                    <a:lstStyle/>
                    <a:p>
                      <a:r>
                        <a:rPr lang="en-US" dirty="0"/>
                        <a:t>2, </a:t>
                      </a:r>
                      <a:r>
                        <a:rPr lang="en-US" b="1" dirty="0">
                          <a:solidFill>
                            <a:schemeClr val="accent2"/>
                          </a:solidFill>
                        </a:rPr>
                        <a:t>3, 3</a:t>
                      </a:r>
                    </a:p>
                  </a:txBody>
                  <a:tcPr/>
                </a:tc>
                <a:extLst>
                  <a:ext uri="{0D108BD9-81ED-4DB2-BD59-A6C34878D82A}">
                    <a16:rowId xmlns:a16="http://schemas.microsoft.com/office/drawing/2014/main" val="1724133042"/>
                  </a:ext>
                </a:extLst>
              </a:tr>
              <a:tr h="353466">
                <a:tc>
                  <a:txBody>
                    <a:bodyPr/>
                    <a:lstStyle/>
                    <a:p>
                      <a:r>
                        <a:rPr lang="en-US" dirty="0"/>
                        <a:t>2</a:t>
                      </a:r>
                    </a:p>
                  </a:txBody>
                  <a:tcPr/>
                </a:tc>
                <a:tc>
                  <a:txBody>
                    <a:bodyPr/>
                    <a:lstStyle/>
                    <a:p>
                      <a:r>
                        <a:rPr lang="en-US" dirty="0"/>
                        <a:t>1, 4</a:t>
                      </a:r>
                    </a:p>
                  </a:txBody>
                  <a:tcPr/>
                </a:tc>
                <a:extLst>
                  <a:ext uri="{0D108BD9-81ED-4DB2-BD59-A6C34878D82A}">
                    <a16:rowId xmlns:a16="http://schemas.microsoft.com/office/drawing/2014/main" val="2396268001"/>
                  </a:ext>
                </a:extLst>
              </a:tr>
              <a:tr h="353466">
                <a:tc>
                  <a:txBody>
                    <a:bodyPr/>
                    <a:lstStyle/>
                    <a:p>
                      <a:r>
                        <a:rPr lang="en-US" dirty="0"/>
                        <a:t>3</a:t>
                      </a:r>
                    </a:p>
                  </a:txBody>
                  <a:tcPr/>
                </a:tc>
                <a:tc>
                  <a:txBody>
                    <a:bodyPr/>
                    <a:lstStyle/>
                    <a:p>
                      <a:r>
                        <a:rPr lang="en-US" b="1" dirty="0">
                          <a:solidFill>
                            <a:schemeClr val="accent2"/>
                          </a:solidFill>
                        </a:rPr>
                        <a:t>1, 1</a:t>
                      </a:r>
                    </a:p>
                  </a:txBody>
                  <a:tcPr/>
                </a:tc>
                <a:extLst>
                  <a:ext uri="{0D108BD9-81ED-4DB2-BD59-A6C34878D82A}">
                    <a16:rowId xmlns:a16="http://schemas.microsoft.com/office/drawing/2014/main" val="1535499266"/>
                  </a:ext>
                </a:extLst>
              </a:tr>
              <a:tr h="353466">
                <a:tc>
                  <a:txBody>
                    <a:bodyPr/>
                    <a:lstStyle/>
                    <a:p>
                      <a:r>
                        <a:rPr lang="en-US" dirty="0"/>
                        <a:t>4</a:t>
                      </a:r>
                    </a:p>
                  </a:txBody>
                  <a:tcPr/>
                </a:tc>
                <a:tc>
                  <a:txBody>
                    <a:bodyPr/>
                    <a:lstStyle/>
                    <a:p>
                      <a:r>
                        <a:rPr lang="en-US" dirty="0"/>
                        <a:t>1, 2</a:t>
                      </a:r>
                    </a:p>
                  </a:txBody>
                  <a:tcPr/>
                </a:tc>
                <a:extLst>
                  <a:ext uri="{0D108BD9-81ED-4DB2-BD59-A6C34878D82A}">
                    <a16:rowId xmlns:a16="http://schemas.microsoft.com/office/drawing/2014/main" val="1587694965"/>
                  </a:ext>
                </a:extLst>
              </a:tr>
            </a:tbl>
          </a:graphicData>
        </a:graphic>
      </p:graphicFrame>
      <p:cxnSp>
        <p:nvCxnSpPr>
          <p:cNvPr id="18" name="Straight Connector 17">
            <a:extLst>
              <a:ext uri="{FF2B5EF4-FFF2-40B4-BE49-F238E27FC236}">
                <a16:creationId xmlns:a16="http://schemas.microsoft.com/office/drawing/2014/main" id="{E5810B2F-478A-B943-426B-78BB3BCA7596}"/>
              </a:ext>
            </a:extLst>
          </p:cNvPr>
          <p:cNvCxnSpPr>
            <a:cxnSpLocks/>
            <a:stCxn id="13" idx="3"/>
            <a:endCxn id="15" idx="0"/>
          </p:cNvCxnSpPr>
          <p:nvPr/>
        </p:nvCxnSpPr>
        <p:spPr>
          <a:xfrm>
            <a:off x="10558780" y="1373386"/>
            <a:ext cx="696356" cy="558387"/>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2775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D5EC-7FBB-D23E-8881-0F72F8DC3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8BD28-B8E7-081C-1CCF-9A0B897B5EA0}"/>
              </a:ext>
            </a:extLst>
          </p:cNvPr>
          <p:cNvSpPr>
            <a:spLocks noGrp="1"/>
          </p:cNvSpPr>
          <p:nvPr>
            <p:ph type="title"/>
          </p:nvPr>
        </p:nvSpPr>
        <p:spPr/>
        <p:txBody>
          <a:bodyPr/>
          <a:lstStyle/>
          <a:p>
            <a:r>
              <a:rPr lang="en-US" dirty="0"/>
              <a:t>Adjacency list</a:t>
            </a:r>
          </a:p>
        </p:txBody>
      </p:sp>
      <p:sp>
        <p:nvSpPr>
          <p:cNvPr id="3" name="Content Placeholder 2">
            <a:extLst>
              <a:ext uri="{FF2B5EF4-FFF2-40B4-BE49-F238E27FC236}">
                <a16:creationId xmlns:a16="http://schemas.microsoft.com/office/drawing/2014/main" id="{09CC2375-2FA5-FF5B-8EAB-EDFBEFB182D5}"/>
              </a:ext>
            </a:extLst>
          </p:cNvPr>
          <p:cNvSpPr>
            <a:spLocks noGrp="1"/>
          </p:cNvSpPr>
          <p:nvPr>
            <p:ph idx="1"/>
          </p:nvPr>
        </p:nvSpPr>
        <p:spPr>
          <a:xfrm>
            <a:off x="1143000" y="1188720"/>
            <a:ext cx="7584541" cy="2873607"/>
          </a:xfrm>
        </p:spPr>
        <p:txBody>
          <a:bodyPr/>
          <a:lstStyle/>
          <a:p>
            <a:pPr marL="342900" indent="-342900">
              <a:buFont typeface="Arial" panose="020B0604020202020204" pitchFamily="34" charset="0"/>
              <a:buChar char="•"/>
            </a:pPr>
            <a:r>
              <a:rPr lang="en-US" dirty="0"/>
              <a:t>Store a list for each node where the list for node I contains the labels of its neighbors</a:t>
            </a:r>
          </a:p>
          <a:p>
            <a:pPr marL="342900" indent="-342900">
              <a:buFont typeface="Arial" panose="020B0604020202020204" pitchFamily="34" charset="0"/>
              <a:buChar char="•"/>
            </a:pPr>
            <a:r>
              <a:rPr lang="en-US" dirty="0"/>
              <a:t>Each edge appears twice in the adjacency list</a:t>
            </a:r>
          </a:p>
          <a:p>
            <a:pPr marL="342900" indent="-342900">
              <a:buFont typeface="Arial" panose="020B0604020202020204" pitchFamily="34" charset="0"/>
              <a:buChar char="•"/>
            </a:pPr>
            <a:r>
              <a:rPr lang="en-US" dirty="0"/>
              <a:t>Special considerations</a:t>
            </a:r>
          </a:p>
          <a:p>
            <a:pPr marL="803275" lvl="1" indent="-342900">
              <a:buFont typeface="Arial" panose="020B0604020202020204" pitchFamily="34" charset="0"/>
              <a:buChar char="•"/>
            </a:pPr>
            <a:r>
              <a:rPr lang="en-US" dirty="0" err="1"/>
              <a:t>Multiedges</a:t>
            </a:r>
            <a:r>
              <a:rPr lang="en-US" dirty="0"/>
              <a:t> are represented by repeated entries in the neighbors list </a:t>
            </a:r>
          </a:p>
          <a:p>
            <a:pPr marL="803275" lvl="1" indent="-342900">
              <a:buFont typeface="Arial" panose="020B0604020202020204" pitchFamily="34" charset="0"/>
              <a:buChar char="•"/>
            </a:pPr>
            <a:r>
              <a:rPr lang="en-US" dirty="0"/>
              <a:t>Self-loop (node connected to itself) is represented by the node being included in its neighbor list (</a:t>
            </a:r>
            <a:r>
              <a:rPr lang="en-US" b="1" dirty="0"/>
              <a:t>included twice</a:t>
            </a:r>
            <a:r>
              <a:rPr lang="en-US" dirty="0"/>
              <a:t>)</a:t>
            </a:r>
          </a:p>
        </p:txBody>
      </p:sp>
      <p:grpSp>
        <p:nvGrpSpPr>
          <p:cNvPr id="4" name="Group 3">
            <a:extLst>
              <a:ext uri="{FF2B5EF4-FFF2-40B4-BE49-F238E27FC236}">
                <a16:creationId xmlns:a16="http://schemas.microsoft.com/office/drawing/2014/main" id="{551B85F8-C403-61DD-B1A3-5469AFC097EB}"/>
              </a:ext>
            </a:extLst>
          </p:cNvPr>
          <p:cNvGrpSpPr/>
          <p:nvPr/>
        </p:nvGrpSpPr>
        <p:grpSpPr>
          <a:xfrm>
            <a:off x="9398102" y="1188720"/>
            <a:ext cx="2030211" cy="1687660"/>
            <a:chOff x="7710893" y="3975270"/>
            <a:chExt cx="2030211" cy="1687660"/>
          </a:xfrm>
        </p:grpSpPr>
        <p:sp>
          <p:nvSpPr>
            <p:cNvPr id="5" name="Oval 4">
              <a:extLst>
                <a:ext uri="{FF2B5EF4-FFF2-40B4-BE49-F238E27FC236}">
                  <a16:creationId xmlns:a16="http://schemas.microsoft.com/office/drawing/2014/main" id="{7FC38824-934E-25EC-5F0C-351B07FF83A6}"/>
                </a:ext>
              </a:extLst>
            </p:cNvPr>
            <p:cNvSpPr/>
            <p:nvPr/>
          </p:nvSpPr>
          <p:spPr>
            <a:xfrm>
              <a:off x="9010827" y="5297170"/>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4C7F99D-54AD-B9CA-6203-497DF491D99D}"/>
                </a:ext>
              </a:extLst>
            </p:cNvPr>
            <p:cNvSpPr/>
            <p:nvPr/>
          </p:nvSpPr>
          <p:spPr>
            <a:xfrm>
              <a:off x="7710893" y="477693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3CF2EF5-0A0B-3759-6DFF-89F527CAC9F1}"/>
                </a:ext>
              </a:extLst>
            </p:cNvPr>
            <p:cNvSpPr/>
            <p:nvPr/>
          </p:nvSpPr>
          <p:spPr>
            <a:xfrm>
              <a:off x="8523970" y="3977056"/>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931F646-CD20-F148-93F8-7C68F6DF8095}"/>
                </a:ext>
              </a:extLst>
            </p:cNvPr>
            <p:cNvSpPr/>
            <p:nvPr/>
          </p:nvSpPr>
          <p:spPr>
            <a:xfrm>
              <a:off x="9375344" y="4720109"/>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2ED5E8D-EDB2-A785-D050-09A3BB58DF6D}"/>
                </a:ext>
              </a:extLst>
            </p:cNvPr>
            <p:cNvCxnSpPr>
              <a:stCxn id="7" idx="4"/>
              <a:endCxn id="6" idx="0"/>
            </p:cNvCxnSpPr>
            <p:nvPr/>
          </p:nvCxnSpPr>
          <p:spPr>
            <a:xfrm flipH="1">
              <a:off x="7893773" y="4342816"/>
              <a:ext cx="813077" cy="434116"/>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28BE46-45C6-B9A2-EA9A-820672A0390B}"/>
                </a:ext>
              </a:extLst>
            </p:cNvPr>
            <p:cNvCxnSpPr>
              <a:cxnSpLocks/>
              <a:stCxn id="7" idx="4"/>
              <a:endCxn id="8" idx="0"/>
            </p:cNvCxnSpPr>
            <p:nvPr/>
          </p:nvCxnSpPr>
          <p:spPr>
            <a:xfrm>
              <a:off x="8706850" y="4342816"/>
              <a:ext cx="851374" cy="377293"/>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A7955DB-295A-14AD-9A1F-C42D4C33F178}"/>
                </a:ext>
              </a:extLst>
            </p:cNvPr>
            <p:cNvCxnSpPr>
              <a:cxnSpLocks/>
              <a:stCxn id="7" idx="4"/>
              <a:endCxn id="5" idx="0"/>
            </p:cNvCxnSpPr>
            <p:nvPr/>
          </p:nvCxnSpPr>
          <p:spPr>
            <a:xfrm>
              <a:off x="8706850" y="4342816"/>
              <a:ext cx="486857" cy="954354"/>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DD6923-3609-0594-3794-66671F201822}"/>
                </a:ext>
              </a:extLst>
            </p:cNvPr>
            <p:cNvCxnSpPr>
              <a:cxnSpLocks/>
              <a:stCxn id="5" idx="0"/>
              <a:endCxn id="6" idx="6"/>
            </p:cNvCxnSpPr>
            <p:nvPr/>
          </p:nvCxnSpPr>
          <p:spPr>
            <a:xfrm flipH="1" flipV="1">
              <a:off x="8076653" y="4959812"/>
              <a:ext cx="1117054" cy="33735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7647C0F-629C-A90E-61D6-F1148B3C0321}"/>
                </a:ext>
              </a:extLst>
            </p:cNvPr>
            <p:cNvSpPr txBox="1"/>
            <p:nvPr/>
          </p:nvSpPr>
          <p:spPr>
            <a:xfrm>
              <a:off x="8552253" y="3975270"/>
              <a:ext cx="3193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5732D2F3-4B0F-BFC5-CDC5-70E470B8DDDA}"/>
                </a:ext>
              </a:extLst>
            </p:cNvPr>
            <p:cNvSpPr txBox="1"/>
            <p:nvPr/>
          </p:nvSpPr>
          <p:spPr>
            <a:xfrm>
              <a:off x="7739972" y="4773360"/>
              <a:ext cx="324128"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0A86E652-A4C6-9F6F-2829-CD94672DEACB}"/>
                </a:ext>
              </a:extLst>
            </p:cNvPr>
            <p:cNvSpPr txBox="1"/>
            <p:nvPr/>
          </p:nvSpPr>
          <p:spPr>
            <a:xfrm>
              <a:off x="9409069" y="4718323"/>
              <a:ext cx="317716" cy="369332"/>
            </a:xfrm>
            <a:prstGeom prst="rect">
              <a:avLst/>
            </a:prstGeom>
            <a:noFill/>
          </p:spPr>
          <p:txBody>
            <a:bodyPr wrap="none" rtlCol="0">
              <a:spAutoFit/>
            </a:bodyPr>
            <a:lstStyle/>
            <a:p>
              <a:r>
                <a:rPr lang="en-US" dirty="0"/>
                <a:t>3</a:t>
              </a:r>
            </a:p>
          </p:txBody>
        </p:sp>
        <p:sp>
          <p:nvSpPr>
            <p:cNvPr id="16" name="TextBox 15">
              <a:extLst>
                <a:ext uri="{FF2B5EF4-FFF2-40B4-BE49-F238E27FC236}">
                  <a16:creationId xmlns:a16="http://schemas.microsoft.com/office/drawing/2014/main" id="{16D99D7D-BF36-B776-CD9D-C829BA787DC4}"/>
                </a:ext>
              </a:extLst>
            </p:cNvPr>
            <p:cNvSpPr txBox="1"/>
            <p:nvPr/>
          </p:nvSpPr>
          <p:spPr>
            <a:xfrm>
              <a:off x="9043050" y="5293598"/>
              <a:ext cx="319318" cy="369332"/>
            </a:xfrm>
            <a:prstGeom prst="rect">
              <a:avLst/>
            </a:prstGeom>
            <a:noFill/>
          </p:spPr>
          <p:txBody>
            <a:bodyPr wrap="none" rtlCol="0">
              <a:spAutoFit/>
            </a:bodyPr>
            <a:lstStyle/>
            <a:p>
              <a:r>
                <a:rPr lang="en-US" dirty="0"/>
                <a:t>4</a:t>
              </a:r>
            </a:p>
          </p:txBody>
        </p:sp>
      </p:grpSp>
      <p:graphicFrame>
        <p:nvGraphicFramePr>
          <p:cNvPr id="17" name="Table 16">
            <a:extLst>
              <a:ext uri="{FF2B5EF4-FFF2-40B4-BE49-F238E27FC236}">
                <a16:creationId xmlns:a16="http://schemas.microsoft.com/office/drawing/2014/main" id="{C332373B-8726-518E-279B-64F500064C00}"/>
              </a:ext>
            </a:extLst>
          </p:cNvPr>
          <p:cNvGraphicFramePr>
            <a:graphicFrameLocks noGrp="1"/>
          </p:cNvGraphicFramePr>
          <p:nvPr>
            <p:extLst>
              <p:ext uri="{D42A27DB-BD31-4B8C-83A1-F6EECF244321}">
                <p14:modId xmlns:p14="http://schemas.microsoft.com/office/powerpoint/2010/main" val="462326072"/>
              </p:ext>
            </p:extLst>
          </p:nvPr>
        </p:nvGraphicFramePr>
        <p:xfrm>
          <a:off x="9151748" y="3142788"/>
          <a:ext cx="2522920" cy="1828800"/>
        </p:xfrm>
        <a:graphic>
          <a:graphicData uri="http://schemas.openxmlformats.org/drawingml/2006/table">
            <a:tbl>
              <a:tblPr firstRow="1" bandRow="1">
                <a:tableStyleId>{72833802-FEF1-4C79-8D5D-14CF1EAF98D9}</a:tableStyleId>
              </a:tblPr>
              <a:tblGrid>
                <a:gridCol w="1261460">
                  <a:extLst>
                    <a:ext uri="{9D8B030D-6E8A-4147-A177-3AD203B41FA5}">
                      <a16:colId xmlns:a16="http://schemas.microsoft.com/office/drawing/2014/main" val="2462345444"/>
                    </a:ext>
                  </a:extLst>
                </a:gridCol>
                <a:gridCol w="1261460">
                  <a:extLst>
                    <a:ext uri="{9D8B030D-6E8A-4147-A177-3AD203B41FA5}">
                      <a16:colId xmlns:a16="http://schemas.microsoft.com/office/drawing/2014/main" val="2221542591"/>
                    </a:ext>
                  </a:extLst>
                </a:gridCol>
              </a:tblGrid>
              <a:tr h="353466">
                <a:tc>
                  <a:txBody>
                    <a:bodyPr/>
                    <a:lstStyle/>
                    <a:p>
                      <a:r>
                        <a:rPr lang="en-US" dirty="0"/>
                        <a:t>Node</a:t>
                      </a:r>
                    </a:p>
                  </a:txBody>
                  <a:tcPr/>
                </a:tc>
                <a:tc>
                  <a:txBody>
                    <a:bodyPr/>
                    <a:lstStyle/>
                    <a:p>
                      <a:r>
                        <a:rPr lang="en-US" dirty="0"/>
                        <a:t>Neighbors</a:t>
                      </a:r>
                    </a:p>
                  </a:txBody>
                  <a:tcPr/>
                </a:tc>
                <a:extLst>
                  <a:ext uri="{0D108BD9-81ED-4DB2-BD59-A6C34878D82A}">
                    <a16:rowId xmlns:a16="http://schemas.microsoft.com/office/drawing/2014/main" val="1008444982"/>
                  </a:ext>
                </a:extLst>
              </a:tr>
              <a:tr h="353466">
                <a:tc>
                  <a:txBody>
                    <a:bodyPr/>
                    <a:lstStyle/>
                    <a:p>
                      <a:r>
                        <a:rPr lang="en-US" dirty="0"/>
                        <a:t>1</a:t>
                      </a:r>
                    </a:p>
                  </a:txBody>
                  <a:tcPr/>
                </a:tc>
                <a:tc>
                  <a:txBody>
                    <a:bodyPr/>
                    <a:lstStyle/>
                    <a:p>
                      <a:r>
                        <a:rPr lang="en-US" dirty="0"/>
                        <a:t>2, 3</a:t>
                      </a:r>
                    </a:p>
                  </a:txBody>
                  <a:tcPr/>
                </a:tc>
                <a:extLst>
                  <a:ext uri="{0D108BD9-81ED-4DB2-BD59-A6C34878D82A}">
                    <a16:rowId xmlns:a16="http://schemas.microsoft.com/office/drawing/2014/main" val="1724133042"/>
                  </a:ext>
                </a:extLst>
              </a:tr>
              <a:tr h="353466">
                <a:tc>
                  <a:txBody>
                    <a:bodyPr/>
                    <a:lstStyle/>
                    <a:p>
                      <a:r>
                        <a:rPr lang="en-US" dirty="0"/>
                        <a:t>2</a:t>
                      </a:r>
                    </a:p>
                  </a:txBody>
                  <a:tcPr/>
                </a:tc>
                <a:tc>
                  <a:txBody>
                    <a:bodyPr/>
                    <a:lstStyle/>
                    <a:p>
                      <a:r>
                        <a:rPr lang="en-US" dirty="0"/>
                        <a:t>1, 4, </a:t>
                      </a:r>
                      <a:r>
                        <a:rPr lang="en-US" b="1" dirty="0">
                          <a:solidFill>
                            <a:schemeClr val="accent2"/>
                          </a:solidFill>
                        </a:rPr>
                        <a:t>2, 2</a:t>
                      </a:r>
                    </a:p>
                  </a:txBody>
                  <a:tcPr/>
                </a:tc>
                <a:extLst>
                  <a:ext uri="{0D108BD9-81ED-4DB2-BD59-A6C34878D82A}">
                    <a16:rowId xmlns:a16="http://schemas.microsoft.com/office/drawing/2014/main" val="2396268001"/>
                  </a:ext>
                </a:extLst>
              </a:tr>
              <a:tr h="353466">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535499266"/>
                  </a:ext>
                </a:extLst>
              </a:tr>
              <a:tr h="353466">
                <a:tc>
                  <a:txBody>
                    <a:bodyPr/>
                    <a:lstStyle/>
                    <a:p>
                      <a:r>
                        <a:rPr lang="en-US" dirty="0"/>
                        <a:t>4</a:t>
                      </a:r>
                    </a:p>
                  </a:txBody>
                  <a:tcPr/>
                </a:tc>
                <a:tc>
                  <a:txBody>
                    <a:bodyPr/>
                    <a:lstStyle/>
                    <a:p>
                      <a:r>
                        <a:rPr lang="en-US" dirty="0"/>
                        <a:t>1, 2</a:t>
                      </a:r>
                    </a:p>
                  </a:txBody>
                  <a:tcPr/>
                </a:tc>
                <a:extLst>
                  <a:ext uri="{0D108BD9-81ED-4DB2-BD59-A6C34878D82A}">
                    <a16:rowId xmlns:a16="http://schemas.microsoft.com/office/drawing/2014/main" val="1587694965"/>
                  </a:ext>
                </a:extLst>
              </a:tr>
            </a:tbl>
          </a:graphicData>
        </a:graphic>
      </p:graphicFrame>
      <p:cxnSp>
        <p:nvCxnSpPr>
          <p:cNvPr id="18" name="Curved Connector 17">
            <a:extLst>
              <a:ext uri="{FF2B5EF4-FFF2-40B4-BE49-F238E27FC236}">
                <a16:creationId xmlns:a16="http://schemas.microsoft.com/office/drawing/2014/main" id="{33B5C49C-0D9A-5897-4F6C-F5F1B7D50752}"/>
              </a:ext>
            </a:extLst>
          </p:cNvPr>
          <p:cNvCxnSpPr>
            <a:cxnSpLocks/>
            <a:stCxn id="14" idx="0"/>
            <a:endCxn id="14" idx="2"/>
          </p:cNvCxnSpPr>
          <p:nvPr/>
        </p:nvCxnSpPr>
        <p:spPr>
          <a:xfrm rot="16200000" flipH="1">
            <a:off x="9404579" y="2171476"/>
            <a:ext cx="369332" cy="12700"/>
          </a:xfrm>
          <a:prstGeom prst="curvedConnector5">
            <a:avLst>
              <a:gd name="adj1" fmla="val -61896"/>
              <a:gd name="adj2" fmla="val -3411031"/>
              <a:gd name="adj3" fmla="val 161896"/>
            </a:avLst>
          </a:prstGeom>
          <a:ln w="28575">
            <a:solidFill>
              <a:schemeClr val="accent2"/>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671251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40D70-2F58-8076-41FE-11275DC25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D9A84-68BA-AD99-3888-CE753979A0DA}"/>
              </a:ext>
            </a:extLst>
          </p:cNvPr>
          <p:cNvSpPr>
            <a:spLocks noGrp="1"/>
          </p:cNvSpPr>
          <p:nvPr>
            <p:ph type="title"/>
          </p:nvPr>
        </p:nvSpPr>
        <p:spPr/>
        <p:txBody>
          <a:bodyPr/>
          <a:lstStyle/>
          <a:p>
            <a:r>
              <a:rPr lang="en-US" dirty="0"/>
              <a:t>Adjacency list</a:t>
            </a:r>
          </a:p>
        </p:txBody>
      </p:sp>
      <p:sp>
        <p:nvSpPr>
          <p:cNvPr id="3" name="Content Placeholder 2">
            <a:extLst>
              <a:ext uri="{FF2B5EF4-FFF2-40B4-BE49-F238E27FC236}">
                <a16:creationId xmlns:a16="http://schemas.microsoft.com/office/drawing/2014/main" id="{EB721B83-306F-CC7E-5DB3-BFE293E4E0E2}"/>
              </a:ext>
            </a:extLst>
          </p:cNvPr>
          <p:cNvSpPr>
            <a:spLocks noGrp="1"/>
          </p:cNvSpPr>
          <p:nvPr>
            <p:ph idx="1"/>
          </p:nvPr>
        </p:nvSpPr>
        <p:spPr>
          <a:xfrm>
            <a:off x="1143000" y="1188720"/>
            <a:ext cx="7584541" cy="3615349"/>
          </a:xfrm>
        </p:spPr>
        <p:txBody>
          <a:bodyPr/>
          <a:lstStyle/>
          <a:p>
            <a:pPr marL="342900" indent="-342900">
              <a:buFont typeface="Arial" panose="020B0604020202020204" pitchFamily="34" charset="0"/>
              <a:buChar char="•"/>
            </a:pPr>
            <a:r>
              <a:rPr lang="en-US" dirty="0"/>
              <a:t>Store a list for each node where the list for node I contains the labels of its neighbors</a:t>
            </a:r>
          </a:p>
          <a:p>
            <a:pPr marL="342900" indent="-342900">
              <a:buFont typeface="Arial" panose="020B0604020202020204" pitchFamily="34" charset="0"/>
              <a:buChar char="•"/>
            </a:pPr>
            <a:r>
              <a:rPr lang="en-US" dirty="0"/>
              <a:t>Each edge appears twice in the adjacency list</a:t>
            </a:r>
          </a:p>
          <a:p>
            <a:pPr marL="342900" indent="-342900">
              <a:buFont typeface="Arial" panose="020B0604020202020204" pitchFamily="34" charset="0"/>
              <a:buChar char="•"/>
            </a:pPr>
            <a:r>
              <a:rPr lang="en-US" dirty="0"/>
              <a:t>Special considerations</a:t>
            </a:r>
          </a:p>
          <a:p>
            <a:pPr marL="803275" lvl="1" indent="-342900">
              <a:buFont typeface="Arial" panose="020B0604020202020204" pitchFamily="34" charset="0"/>
              <a:buChar char="•"/>
            </a:pPr>
            <a:r>
              <a:rPr lang="en-US" dirty="0" err="1"/>
              <a:t>Multiedges</a:t>
            </a:r>
            <a:r>
              <a:rPr lang="en-US" dirty="0"/>
              <a:t> are represented by repeated entries in the neighbors list </a:t>
            </a:r>
          </a:p>
          <a:p>
            <a:pPr marL="803275" lvl="1" indent="-342900">
              <a:buFont typeface="Arial" panose="020B0604020202020204" pitchFamily="34" charset="0"/>
              <a:buChar char="•"/>
            </a:pPr>
            <a:r>
              <a:rPr lang="en-US" dirty="0"/>
              <a:t>Self-loop (node connected to itself) is represented by the node being included in its neighbor list (</a:t>
            </a:r>
            <a:r>
              <a:rPr lang="en-US" b="1" dirty="0"/>
              <a:t>included twice</a:t>
            </a:r>
            <a:r>
              <a:rPr lang="en-US" dirty="0"/>
              <a:t>)</a:t>
            </a:r>
          </a:p>
          <a:p>
            <a:pPr marL="342900" indent="-342900">
              <a:buFont typeface="Arial" panose="020B0604020202020204" pitchFamily="34" charset="0"/>
              <a:buChar char="•"/>
            </a:pPr>
            <a:r>
              <a:rPr lang="en-US" dirty="0"/>
              <a:t>Directed network can be represented by two lists, one for outgoing edges, one for incoming edges</a:t>
            </a:r>
          </a:p>
        </p:txBody>
      </p:sp>
      <p:graphicFrame>
        <p:nvGraphicFramePr>
          <p:cNvPr id="17" name="Table 16">
            <a:extLst>
              <a:ext uri="{FF2B5EF4-FFF2-40B4-BE49-F238E27FC236}">
                <a16:creationId xmlns:a16="http://schemas.microsoft.com/office/drawing/2014/main" id="{FE477212-94E7-CE21-CAF1-7C34DBBE82BC}"/>
              </a:ext>
            </a:extLst>
          </p:cNvPr>
          <p:cNvGraphicFramePr>
            <a:graphicFrameLocks noGrp="1"/>
          </p:cNvGraphicFramePr>
          <p:nvPr>
            <p:extLst>
              <p:ext uri="{D42A27DB-BD31-4B8C-83A1-F6EECF244321}">
                <p14:modId xmlns:p14="http://schemas.microsoft.com/office/powerpoint/2010/main" val="2371052148"/>
              </p:ext>
            </p:extLst>
          </p:nvPr>
        </p:nvGraphicFramePr>
        <p:xfrm>
          <a:off x="9151748" y="3142788"/>
          <a:ext cx="2522919" cy="1828800"/>
        </p:xfrm>
        <a:graphic>
          <a:graphicData uri="http://schemas.openxmlformats.org/drawingml/2006/table">
            <a:tbl>
              <a:tblPr firstRow="1" bandRow="1">
                <a:tableStyleId>{72833802-FEF1-4C79-8D5D-14CF1EAF98D9}</a:tableStyleId>
              </a:tblPr>
              <a:tblGrid>
                <a:gridCol w="840973">
                  <a:extLst>
                    <a:ext uri="{9D8B030D-6E8A-4147-A177-3AD203B41FA5}">
                      <a16:colId xmlns:a16="http://schemas.microsoft.com/office/drawing/2014/main" val="2462345444"/>
                    </a:ext>
                  </a:extLst>
                </a:gridCol>
                <a:gridCol w="840973">
                  <a:extLst>
                    <a:ext uri="{9D8B030D-6E8A-4147-A177-3AD203B41FA5}">
                      <a16:colId xmlns:a16="http://schemas.microsoft.com/office/drawing/2014/main" val="2221542591"/>
                    </a:ext>
                  </a:extLst>
                </a:gridCol>
                <a:gridCol w="840973">
                  <a:extLst>
                    <a:ext uri="{9D8B030D-6E8A-4147-A177-3AD203B41FA5}">
                      <a16:colId xmlns:a16="http://schemas.microsoft.com/office/drawing/2014/main" val="2873821898"/>
                    </a:ext>
                  </a:extLst>
                </a:gridCol>
              </a:tblGrid>
              <a:tr h="353466">
                <a:tc>
                  <a:txBody>
                    <a:bodyPr/>
                    <a:lstStyle/>
                    <a:p>
                      <a:r>
                        <a:rPr lang="en-US" dirty="0"/>
                        <a:t>Node</a:t>
                      </a:r>
                    </a:p>
                  </a:txBody>
                  <a:tcPr/>
                </a:tc>
                <a:tc>
                  <a:txBody>
                    <a:bodyPr/>
                    <a:lstStyle/>
                    <a:p>
                      <a:r>
                        <a:rPr lang="en-US" dirty="0"/>
                        <a:t>Out</a:t>
                      </a:r>
                    </a:p>
                  </a:txBody>
                  <a:tcPr/>
                </a:tc>
                <a:tc>
                  <a:txBody>
                    <a:bodyPr/>
                    <a:lstStyle/>
                    <a:p>
                      <a:r>
                        <a:rPr lang="en-US" dirty="0"/>
                        <a:t>In</a:t>
                      </a:r>
                    </a:p>
                  </a:txBody>
                  <a:tcPr/>
                </a:tc>
                <a:extLst>
                  <a:ext uri="{0D108BD9-81ED-4DB2-BD59-A6C34878D82A}">
                    <a16:rowId xmlns:a16="http://schemas.microsoft.com/office/drawing/2014/main" val="1008444982"/>
                  </a:ext>
                </a:extLst>
              </a:tr>
              <a:tr h="353466">
                <a:tc>
                  <a:txBody>
                    <a:bodyPr/>
                    <a:lstStyle/>
                    <a:p>
                      <a:r>
                        <a:rPr lang="en-US" dirty="0"/>
                        <a:t>1</a:t>
                      </a:r>
                    </a:p>
                  </a:txBody>
                  <a:tcPr/>
                </a:tc>
                <a:tc>
                  <a:txBody>
                    <a:bodyPr/>
                    <a:lstStyle/>
                    <a:p>
                      <a:r>
                        <a:rPr lang="en-US" dirty="0"/>
                        <a:t>2, 3</a:t>
                      </a:r>
                    </a:p>
                  </a:txBody>
                  <a:tcPr/>
                </a:tc>
                <a:tc>
                  <a:txBody>
                    <a:bodyPr/>
                    <a:lstStyle/>
                    <a:p>
                      <a:r>
                        <a:rPr lang="en-US" dirty="0"/>
                        <a:t>4</a:t>
                      </a:r>
                    </a:p>
                  </a:txBody>
                  <a:tcPr/>
                </a:tc>
                <a:extLst>
                  <a:ext uri="{0D108BD9-81ED-4DB2-BD59-A6C34878D82A}">
                    <a16:rowId xmlns:a16="http://schemas.microsoft.com/office/drawing/2014/main" val="1724133042"/>
                  </a:ext>
                </a:extLst>
              </a:tr>
              <a:tr h="353466">
                <a:tc>
                  <a:txBody>
                    <a:bodyPr/>
                    <a:lstStyle/>
                    <a:p>
                      <a:r>
                        <a:rPr lang="en-US" dirty="0"/>
                        <a:t>2</a:t>
                      </a:r>
                    </a:p>
                  </a:txBody>
                  <a:tcPr/>
                </a:tc>
                <a:tc>
                  <a:txBody>
                    <a:bodyPr/>
                    <a:lstStyle/>
                    <a:p>
                      <a:endParaRPr lang="en-US" b="1" dirty="0">
                        <a:solidFill>
                          <a:schemeClr val="accent2"/>
                        </a:solidFill>
                      </a:endParaRPr>
                    </a:p>
                  </a:txBody>
                  <a:tcPr/>
                </a:tc>
                <a:tc>
                  <a:txBody>
                    <a:bodyPr/>
                    <a:lstStyle/>
                    <a:p>
                      <a:r>
                        <a:rPr lang="en-US" b="0" dirty="0">
                          <a:solidFill>
                            <a:schemeClr val="tx2"/>
                          </a:solidFill>
                        </a:rPr>
                        <a:t>1, 4</a:t>
                      </a:r>
                    </a:p>
                  </a:txBody>
                  <a:tcPr/>
                </a:tc>
                <a:extLst>
                  <a:ext uri="{0D108BD9-81ED-4DB2-BD59-A6C34878D82A}">
                    <a16:rowId xmlns:a16="http://schemas.microsoft.com/office/drawing/2014/main" val="2396268001"/>
                  </a:ext>
                </a:extLst>
              </a:tr>
              <a:tr h="353466">
                <a:tc>
                  <a:txBody>
                    <a:bodyPr/>
                    <a:lstStyle/>
                    <a:p>
                      <a:r>
                        <a:rPr lang="en-US" dirty="0"/>
                        <a:t>3</a:t>
                      </a:r>
                    </a:p>
                  </a:txBody>
                  <a:tcPr/>
                </a:tc>
                <a:tc>
                  <a:txBody>
                    <a:bodyPr/>
                    <a:lstStyle/>
                    <a:p>
                      <a:endParaRPr lang="en-US" dirty="0"/>
                    </a:p>
                  </a:txBody>
                  <a:tcPr/>
                </a:tc>
                <a:tc>
                  <a:txBody>
                    <a:bodyPr/>
                    <a:lstStyle/>
                    <a:p>
                      <a:r>
                        <a:rPr lang="en-US" dirty="0"/>
                        <a:t>1</a:t>
                      </a:r>
                    </a:p>
                  </a:txBody>
                  <a:tcPr/>
                </a:tc>
                <a:extLst>
                  <a:ext uri="{0D108BD9-81ED-4DB2-BD59-A6C34878D82A}">
                    <a16:rowId xmlns:a16="http://schemas.microsoft.com/office/drawing/2014/main" val="1535499266"/>
                  </a:ext>
                </a:extLst>
              </a:tr>
              <a:tr h="353466">
                <a:tc>
                  <a:txBody>
                    <a:bodyPr/>
                    <a:lstStyle/>
                    <a:p>
                      <a:r>
                        <a:rPr lang="en-US" dirty="0"/>
                        <a:t>4</a:t>
                      </a:r>
                    </a:p>
                  </a:txBody>
                  <a:tcPr/>
                </a:tc>
                <a:tc>
                  <a:txBody>
                    <a:bodyPr/>
                    <a:lstStyle/>
                    <a:p>
                      <a:r>
                        <a:rPr lang="en-US" dirty="0"/>
                        <a:t>2, 4</a:t>
                      </a:r>
                    </a:p>
                  </a:txBody>
                  <a:tcPr/>
                </a:tc>
                <a:tc>
                  <a:txBody>
                    <a:bodyPr/>
                    <a:lstStyle/>
                    <a:p>
                      <a:endParaRPr lang="en-US" dirty="0"/>
                    </a:p>
                  </a:txBody>
                  <a:tcPr/>
                </a:tc>
                <a:extLst>
                  <a:ext uri="{0D108BD9-81ED-4DB2-BD59-A6C34878D82A}">
                    <a16:rowId xmlns:a16="http://schemas.microsoft.com/office/drawing/2014/main" val="1587694965"/>
                  </a:ext>
                </a:extLst>
              </a:tr>
            </a:tbl>
          </a:graphicData>
        </a:graphic>
      </p:graphicFrame>
      <p:grpSp>
        <p:nvGrpSpPr>
          <p:cNvPr id="33" name="Group 32">
            <a:extLst>
              <a:ext uri="{FF2B5EF4-FFF2-40B4-BE49-F238E27FC236}">
                <a16:creationId xmlns:a16="http://schemas.microsoft.com/office/drawing/2014/main" id="{26B08877-8751-66E8-CCC7-62CA4A6BB969}"/>
              </a:ext>
            </a:extLst>
          </p:cNvPr>
          <p:cNvGrpSpPr/>
          <p:nvPr/>
        </p:nvGrpSpPr>
        <p:grpSpPr>
          <a:xfrm>
            <a:off x="9398102" y="992599"/>
            <a:ext cx="2030211" cy="1694010"/>
            <a:chOff x="9113393" y="1418112"/>
            <a:chExt cx="2030211" cy="1694010"/>
          </a:xfrm>
        </p:grpSpPr>
        <p:sp>
          <p:nvSpPr>
            <p:cNvPr id="34" name="Oval 33">
              <a:extLst>
                <a:ext uri="{FF2B5EF4-FFF2-40B4-BE49-F238E27FC236}">
                  <a16:creationId xmlns:a16="http://schemas.microsoft.com/office/drawing/2014/main" id="{13801823-76E6-4292-33CA-B98ED88DD821}"/>
                </a:ext>
              </a:extLst>
            </p:cNvPr>
            <p:cNvSpPr/>
            <p:nvPr/>
          </p:nvSpPr>
          <p:spPr>
            <a:xfrm>
              <a:off x="10413327" y="274001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7656F8E-1826-AF9A-FA30-EA5E236DA041}"/>
                </a:ext>
              </a:extLst>
            </p:cNvPr>
            <p:cNvSpPr/>
            <p:nvPr/>
          </p:nvSpPr>
          <p:spPr>
            <a:xfrm>
              <a:off x="9113393" y="2219774"/>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379500D-38C0-B78E-F224-46B2B8659A2A}"/>
                </a:ext>
              </a:extLst>
            </p:cNvPr>
            <p:cNvSpPr/>
            <p:nvPr/>
          </p:nvSpPr>
          <p:spPr>
            <a:xfrm>
              <a:off x="9926470" y="1419898"/>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9DA8A81-18FB-0F1D-3899-23534D5F7D15}"/>
                </a:ext>
              </a:extLst>
            </p:cNvPr>
            <p:cNvSpPr/>
            <p:nvPr/>
          </p:nvSpPr>
          <p:spPr>
            <a:xfrm>
              <a:off x="10777844" y="2162951"/>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0FC3157B-2F99-E8D7-6892-D8B0C1775C07}"/>
                </a:ext>
              </a:extLst>
            </p:cNvPr>
            <p:cNvCxnSpPr>
              <a:stCxn id="36" idx="4"/>
              <a:endCxn id="35" idx="0"/>
            </p:cNvCxnSpPr>
            <p:nvPr/>
          </p:nvCxnSpPr>
          <p:spPr>
            <a:xfrm flipH="1">
              <a:off x="9296273" y="1785658"/>
              <a:ext cx="813077" cy="434116"/>
            </a:xfrm>
            <a:prstGeom prst="line">
              <a:avLst/>
            </a:prstGeom>
            <a:ln w="19050">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EB1ED30-882C-64BB-DACC-82A7A4AA0B03}"/>
                </a:ext>
              </a:extLst>
            </p:cNvPr>
            <p:cNvCxnSpPr>
              <a:cxnSpLocks/>
              <a:stCxn id="36" idx="4"/>
              <a:endCxn id="37" idx="0"/>
            </p:cNvCxnSpPr>
            <p:nvPr/>
          </p:nvCxnSpPr>
          <p:spPr>
            <a:xfrm>
              <a:off x="10109350" y="1785658"/>
              <a:ext cx="851374" cy="377293"/>
            </a:xfrm>
            <a:prstGeom prst="line">
              <a:avLst/>
            </a:prstGeom>
            <a:ln w="19050">
              <a:solidFill>
                <a:schemeClr val="accent2">
                  <a:lumMod val="75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0CC42C1-944A-B57F-1531-1BFFF798E6A7}"/>
                </a:ext>
              </a:extLst>
            </p:cNvPr>
            <p:cNvCxnSpPr>
              <a:cxnSpLocks/>
              <a:stCxn id="36" idx="4"/>
              <a:endCxn id="34" idx="0"/>
            </p:cNvCxnSpPr>
            <p:nvPr/>
          </p:nvCxnSpPr>
          <p:spPr>
            <a:xfrm>
              <a:off x="10109350" y="1785658"/>
              <a:ext cx="486857" cy="954354"/>
            </a:xfrm>
            <a:prstGeom prst="line">
              <a:avLst/>
            </a:prstGeom>
            <a:ln w="19050">
              <a:solidFill>
                <a:schemeClr val="accent2">
                  <a:lumMod val="75000"/>
                </a:schemeClr>
              </a:solidFill>
              <a:headEnd type="triangle"/>
              <a:tailEnd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BE8114E-E463-2E45-AD6B-320CFEFF97D2}"/>
                </a:ext>
              </a:extLst>
            </p:cNvPr>
            <p:cNvCxnSpPr>
              <a:cxnSpLocks/>
              <a:stCxn id="34" idx="0"/>
              <a:endCxn id="35" idx="6"/>
            </p:cNvCxnSpPr>
            <p:nvPr/>
          </p:nvCxnSpPr>
          <p:spPr>
            <a:xfrm flipH="1" flipV="1">
              <a:off x="9479153" y="2402654"/>
              <a:ext cx="1117054" cy="337358"/>
            </a:xfrm>
            <a:prstGeom prst="line">
              <a:avLst/>
            </a:prstGeom>
            <a:ln w="19050">
              <a:solidFill>
                <a:schemeClr val="accent2">
                  <a:lumMod val="75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663F5A8-5917-22A8-3F61-48BD6DDA3DE8}"/>
                </a:ext>
              </a:extLst>
            </p:cNvPr>
            <p:cNvSpPr txBox="1"/>
            <p:nvPr/>
          </p:nvSpPr>
          <p:spPr>
            <a:xfrm>
              <a:off x="9954753" y="1418112"/>
              <a:ext cx="319318" cy="369332"/>
            </a:xfrm>
            <a:prstGeom prst="rect">
              <a:avLst/>
            </a:prstGeom>
            <a:noFill/>
          </p:spPr>
          <p:txBody>
            <a:bodyPr wrap="none" rtlCol="0">
              <a:spAutoFit/>
            </a:bodyPr>
            <a:lstStyle/>
            <a:p>
              <a:r>
                <a:rPr lang="en-US" dirty="0"/>
                <a:t>1</a:t>
              </a:r>
            </a:p>
          </p:txBody>
        </p:sp>
        <p:sp>
          <p:nvSpPr>
            <p:cNvPr id="43" name="TextBox 42">
              <a:extLst>
                <a:ext uri="{FF2B5EF4-FFF2-40B4-BE49-F238E27FC236}">
                  <a16:creationId xmlns:a16="http://schemas.microsoft.com/office/drawing/2014/main" id="{AE485538-3F27-7DE8-CDAC-D1FFAF672897}"/>
                </a:ext>
              </a:extLst>
            </p:cNvPr>
            <p:cNvSpPr txBox="1"/>
            <p:nvPr/>
          </p:nvSpPr>
          <p:spPr>
            <a:xfrm>
              <a:off x="9142472" y="2216202"/>
              <a:ext cx="324128" cy="369332"/>
            </a:xfrm>
            <a:prstGeom prst="rect">
              <a:avLst/>
            </a:prstGeom>
            <a:noFill/>
          </p:spPr>
          <p:txBody>
            <a:bodyPr wrap="none" rtlCol="0">
              <a:spAutoFit/>
            </a:bodyPr>
            <a:lstStyle/>
            <a:p>
              <a:r>
                <a:rPr lang="en-US" dirty="0"/>
                <a:t>2</a:t>
              </a:r>
            </a:p>
          </p:txBody>
        </p:sp>
        <p:sp>
          <p:nvSpPr>
            <p:cNvPr id="44" name="TextBox 43">
              <a:extLst>
                <a:ext uri="{FF2B5EF4-FFF2-40B4-BE49-F238E27FC236}">
                  <a16:creationId xmlns:a16="http://schemas.microsoft.com/office/drawing/2014/main" id="{797E919B-9DF8-9270-C8AE-C389A8569CA4}"/>
                </a:ext>
              </a:extLst>
            </p:cNvPr>
            <p:cNvSpPr txBox="1"/>
            <p:nvPr/>
          </p:nvSpPr>
          <p:spPr>
            <a:xfrm>
              <a:off x="10811569" y="2161165"/>
              <a:ext cx="317716" cy="369332"/>
            </a:xfrm>
            <a:prstGeom prst="rect">
              <a:avLst/>
            </a:prstGeom>
            <a:noFill/>
          </p:spPr>
          <p:txBody>
            <a:bodyPr wrap="none" rtlCol="0">
              <a:spAutoFit/>
            </a:bodyPr>
            <a:lstStyle/>
            <a:p>
              <a:r>
                <a:rPr lang="en-US" dirty="0"/>
                <a:t>3</a:t>
              </a:r>
            </a:p>
          </p:txBody>
        </p:sp>
        <p:sp>
          <p:nvSpPr>
            <p:cNvPr id="45" name="TextBox 44">
              <a:extLst>
                <a:ext uri="{FF2B5EF4-FFF2-40B4-BE49-F238E27FC236}">
                  <a16:creationId xmlns:a16="http://schemas.microsoft.com/office/drawing/2014/main" id="{5B59F552-C7B8-BACB-D426-528F09728F60}"/>
                </a:ext>
              </a:extLst>
            </p:cNvPr>
            <p:cNvSpPr txBox="1"/>
            <p:nvPr/>
          </p:nvSpPr>
          <p:spPr>
            <a:xfrm>
              <a:off x="10445550" y="2736440"/>
              <a:ext cx="319318" cy="369332"/>
            </a:xfrm>
            <a:prstGeom prst="rect">
              <a:avLst/>
            </a:prstGeom>
            <a:noFill/>
          </p:spPr>
          <p:txBody>
            <a:bodyPr wrap="none" rtlCol="0">
              <a:spAutoFit/>
            </a:bodyPr>
            <a:lstStyle/>
            <a:p>
              <a:r>
                <a:rPr lang="en-US" dirty="0"/>
                <a:t>4</a:t>
              </a:r>
            </a:p>
          </p:txBody>
        </p:sp>
        <p:cxnSp>
          <p:nvCxnSpPr>
            <p:cNvPr id="46" name="Curved Connector 45">
              <a:extLst>
                <a:ext uri="{FF2B5EF4-FFF2-40B4-BE49-F238E27FC236}">
                  <a16:creationId xmlns:a16="http://schemas.microsoft.com/office/drawing/2014/main" id="{A174EB79-3E88-1E38-924F-BEA938B01323}"/>
                </a:ext>
              </a:extLst>
            </p:cNvPr>
            <p:cNvCxnSpPr>
              <a:stCxn id="45" idx="0"/>
              <a:endCxn id="45" idx="2"/>
            </p:cNvCxnSpPr>
            <p:nvPr/>
          </p:nvCxnSpPr>
          <p:spPr>
            <a:xfrm rot="16200000" flipH="1">
              <a:off x="10420543" y="2921106"/>
              <a:ext cx="369332" cy="12700"/>
            </a:xfrm>
            <a:prstGeom prst="curvedConnector5">
              <a:avLst>
                <a:gd name="adj1" fmla="val -61896"/>
                <a:gd name="adj2" fmla="val 3057157"/>
                <a:gd name="adj3" fmla="val 161896"/>
              </a:avLst>
            </a:prstGeom>
            <a:ln w="19050">
              <a:solidFill>
                <a:schemeClr val="accent2">
                  <a:lumMod val="75000"/>
                </a:schemeClr>
              </a:solidFill>
              <a:tailEnd type="triangle" w="lg" len="lg"/>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28222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0E3B-BF16-5EF4-3BE7-C2F2DCEE74ED}"/>
              </a:ext>
            </a:extLst>
          </p:cNvPr>
          <p:cNvSpPr>
            <a:spLocks noGrp="1"/>
          </p:cNvSpPr>
          <p:nvPr>
            <p:ph type="title"/>
          </p:nvPr>
        </p:nvSpPr>
        <p:spPr/>
        <p:txBody>
          <a:bodyPr/>
          <a:lstStyle/>
          <a:p>
            <a:r>
              <a:rPr lang="en-US" dirty="0"/>
              <a:t>Adjacency list advantages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685387-43CC-ED46-6856-D21D049EF81A}"/>
                  </a:ext>
                </a:extLst>
              </p:cNvPr>
              <p:cNvSpPr>
                <a:spLocks noGrp="1"/>
              </p:cNvSpPr>
              <p:nvPr>
                <p:ph idx="1"/>
              </p:nvPr>
            </p:nvSpPr>
            <p:spPr>
              <a:xfrm>
                <a:off x="1143000" y="1188720"/>
                <a:ext cx="9005935" cy="3209212"/>
              </a:xfrm>
            </p:spPr>
            <p:txBody>
              <a:bodyPr/>
              <a:lstStyle/>
              <a:p>
                <a:pPr marL="342900" indent="-342900">
                  <a:buFont typeface="Arial" panose="020B0604020202020204" pitchFamily="34" charset="0"/>
                  <a:buChar char="•"/>
                </a:pPr>
                <a:r>
                  <a:rPr lang="en-US" dirty="0">
                    <a:solidFill>
                      <a:schemeClr val="tx2"/>
                    </a:solidFill>
                  </a:rPr>
                  <a:t>Only requires </a:t>
                </a:r>
                <a14:m>
                  <m:oMath xmlns:m="http://schemas.openxmlformats.org/officeDocument/2006/math">
                    <m:r>
                      <a:rPr lang="en-US" b="0" i="1">
                        <a:solidFill>
                          <a:schemeClr val="tx2"/>
                        </a:solidFill>
                        <a:latin typeface="Cambria Math" panose="02040503050406030204" pitchFamily="18" charset="0"/>
                      </a:rPr>
                      <m:t>2</m:t>
                    </m:r>
                    <m:r>
                      <a:rPr lang="en-US" b="0" i="1">
                        <a:solidFill>
                          <a:schemeClr val="tx2"/>
                        </a:solidFill>
                        <a:latin typeface="Cambria Math" panose="02040503050406030204" pitchFamily="18" charset="0"/>
                      </a:rPr>
                      <m:t>𝑚</m:t>
                    </m:r>
                  </m:oMath>
                </a14:m>
                <a:r>
                  <a:rPr lang="en-US" dirty="0">
                    <a:solidFill>
                      <a:schemeClr val="tx2"/>
                    </a:solidFill>
                  </a:rPr>
                  <a:t> integers to represent the network, i.e., the m</a:t>
                </a:r>
                <a:r>
                  <a:rPr lang="en-US" dirty="0"/>
                  <a:t>emory for storage scales linearly with </a:t>
                </a:r>
                <a14:m>
                  <m:oMath xmlns:m="http://schemas.openxmlformats.org/officeDocument/2006/math">
                    <m:r>
                      <a:rPr lang="en-US" i="1">
                        <a:latin typeface="Cambria Math" panose="02040503050406030204" pitchFamily="18" charset="0"/>
                      </a:rPr>
                      <m:t>𝑚</m:t>
                    </m:r>
                  </m:oMath>
                </a14:m>
                <a:endParaRPr lang="en-US" dirty="0"/>
              </a:p>
              <a:p>
                <a:pPr marL="803275" lvl="1" indent="-342900">
                  <a:buFont typeface="Arial" panose="020B0604020202020204" pitchFamily="34" charset="0"/>
                  <a:buChar char="•"/>
                </a:pPr>
                <a:r>
                  <a:rPr lang="en-US" dirty="0">
                    <a:solidFill>
                      <a:schemeClr val="tx2"/>
                    </a:solidFill>
                  </a:rPr>
                  <a:t>A network with </a:t>
                </a:r>
                <a14:m>
                  <m:oMath xmlns:m="http://schemas.openxmlformats.org/officeDocument/2006/math">
                    <m:r>
                      <a:rPr lang="en-US" b="0" i="1">
                        <a:solidFill>
                          <a:schemeClr val="tx2"/>
                        </a:solidFill>
                        <a:latin typeface="Cambria Math" panose="02040503050406030204" pitchFamily="18" charset="0"/>
                      </a:rPr>
                      <m:t>𝑚</m:t>
                    </m:r>
                    <m:r>
                      <a:rPr lang="en-US" b="0" i="1">
                        <a:solidFill>
                          <a:schemeClr val="tx2"/>
                        </a:solidFill>
                        <a:latin typeface="Cambria Math" panose="02040503050406030204" pitchFamily="18" charset="0"/>
                      </a:rPr>
                      <m:t>=</m:t>
                    </m:r>
                    <m:sSup>
                      <m:sSupPr>
                        <m:ctrlPr>
                          <a:rPr lang="en-US" i="1">
                            <a:solidFill>
                              <a:schemeClr val="tx2"/>
                            </a:solidFill>
                            <a:latin typeface="Cambria Math" panose="02040503050406030204" pitchFamily="18" charset="0"/>
                          </a:rPr>
                        </m:ctrlPr>
                      </m:sSupPr>
                      <m:e>
                        <m:r>
                          <a:rPr lang="en-US" b="0" i="1">
                            <a:solidFill>
                              <a:schemeClr val="tx2"/>
                            </a:solidFill>
                            <a:latin typeface="Cambria Math" panose="02040503050406030204" pitchFamily="18" charset="0"/>
                          </a:rPr>
                          <m:t>10</m:t>
                        </m:r>
                      </m:e>
                      <m:sup>
                        <m:r>
                          <a:rPr lang="en-US" b="0" i="1">
                            <a:solidFill>
                              <a:schemeClr val="tx2"/>
                            </a:solidFill>
                            <a:latin typeface="Cambria Math" panose="02040503050406030204" pitchFamily="18" charset="0"/>
                          </a:rPr>
                          <m:t>5</m:t>
                        </m:r>
                      </m:sup>
                    </m:sSup>
                  </m:oMath>
                </a14:m>
                <a:r>
                  <a:rPr lang="en-US" dirty="0">
                    <a:solidFill>
                      <a:schemeClr val="tx2"/>
                    </a:solidFill>
                  </a:rPr>
                  <a:t> edges and </a:t>
                </a:r>
                <a14:m>
                  <m:oMath xmlns:m="http://schemas.openxmlformats.org/officeDocument/2006/math">
                    <m:r>
                      <a:rPr lang="en-US" b="0" i="1">
                        <a:solidFill>
                          <a:schemeClr val="tx2"/>
                        </a:solidFill>
                        <a:latin typeface="Cambria Math" panose="02040503050406030204" pitchFamily="18" charset="0"/>
                      </a:rPr>
                      <m:t>𝑛</m:t>
                    </m:r>
                    <m:r>
                      <a:rPr lang="en-US" b="0" i="1">
                        <a:solidFill>
                          <a:schemeClr val="tx2"/>
                        </a:solidFill>
                        <a:latin typeface="Cambria Math" panose="02040503050406030204" pitchFamily="18" charset="0"/>
                      </a:rPr>
                      <m:t>=</m:t>
                    </m:r>
                    <m:sSup>
                      <m:sSupPr>
                        <m:ctrlPr>
                          <a:rPr lang="en-US" i="1">
                            <a:solidFill>
                              <a:schemeClr val="tx2"/>
                            </a:solidFill>
                            <a:latin typeface="Cambria Math" panose="02040503050406030204" pitchFamily="18" charset="0"/>
                          </a:rPr>
                        </m:ctrlPr>
                      </m:sSupPr>
                      <m:e>
                        <m:r>
                          <a:rPr lang="en-US" b="0" i="1">
                            <a:solidFill>
                              <a:schemeClr val="tx2"/>
                            </a:solidFill>
                            <a:latin typeface="Cambria Math" panose="02040503050406030204" pitchFamily="18" charset="0"/>
                          </a:rPr>
                          <m:t>10</m:t>
                        </m:r>
                      </m:e>
                      <m:sup>
                        <m:r>
                          <a:rPr lang="en-US" b="0" i="1">
                            <a:solidFill>
                              <a:schemeClr val="tx2"/>
                            </a:solidFill>
                            <a:latin typeface="Cambria Math" panose="02040503050406030204" pitchFamily="18" charset="0"/>
                          </a:rPr>
                          <m:t>4</m:t>
                        </m:r>
                      </m:sup>
                    </m:sSup>
                  </m:oMath>
                </a14:m>
                <a:r>
                  <a:rPr lang="en-US" dirty="0">
                    <a:solidFill>
                      <a:schemeClr val="tx2"/>
                    </a:solidFill>
                  </a:rPr>
                  <a:t> nodes requires 800 kB compared to 400 MB for the adjacency matrix</a:t>
                </a:r>
              </a:p>
              <a:p>
                <a:pPr marL="803275" lvl="1" indent="-342900">
                  <a:buFont typeface="Arial" panose="020B0604020202020204" pitchFamily="34" charset="0"/>
                  <a:buChar char="•"/>
                </a:pPr>
                <a:r>
                  <a:rPr lang="en-US" dirty="0"/>
                  <a:t>A network with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7</m:t>
                        </m:r>
                      </m:sup>
                    </m:sSup>
                  </m:oMath>
                </a14:m>
                <a:r>
                  <a:rPr lang="en-US" dirty="0">
                    <a:solidFill>
                      <a:schemeClr val="tx2"/>
                    </a:solidFill>
                  </a:rPr>
                  <a:t> edges </a:t>
                </a:r>
                <a:r>
                  <a:rPr lang="en-US" dirty="0"/>
                  <a:t>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6</m:t>
                        </m:r>
                      </m:sup>
                    </m:sSup>
                    <m:r>
                      <a:rPr lang="en-US" i="1">
                        <a:latin typeface="Cambria Math" panose="02040503050406030204" pitchFamily="18" charset="0"/>
                      </a:rPr>
                      <m:t> </m:t>
                    </m:r>
                  </m:oMath>
                </a14:m>
                <a:r>
                  <a:rPr lang="en-US" dirty="0">
                    <a:solidFill>
                      <a:schemeClr val="tx2"/>
                    </a:solidFill>
                  </a:rPr>
                  <a:t>nodes requires 80 MB compared to 4000 GB for the adjacency matrix</a:t>
                </a:r>
              </a:p>
              <a:p>
                <a:pPr marL="342900" indent="-342900">
                  <a:buFont typeface="Arial" panose="020B0604020202020204" pitchFamily="34" charset="0"/>
                  <a:buChar char="•"/>
                </a:pPr>
                <a:r>
                  <a:rPr lang="en-US" dirty="0">
                    <a:solidFill>
                      <a:schemeClr val="tx2"/>
                    </a:solidFill>
                  </a:rPr>
                  <a:t>Enumeration of node neighbors is </a:t>
                </a:r>
                <a14:m>
                  <m:oMath xmlns:m="http://schemas.openxmlformats.org/officeDocument/2006/math">
                    <m:r>
                      <a:rPr lang="en-US" b="0" i="1">
                        <a:solidFill>
                          <a:schemeClr val="tx2"/>
                        </a:solidFill>
                        <a:latin typeface="Cambria Math" panose="02040503050406030204" pitchFamily="18" charset="0"/>
                      </a:rPr>
                      <m:t>𝑂</m:t>
                    </m:r>
                    <m:d>
                      <m:dPr>
                        <m:ctrlPr>
                          <a:rPr lang="en-US" i="1">
                            <a:solidFill>
                              <a:schemeClr val="tx2"/>
                            </a:solidFill>
                            <a:latin typeface="Cambria Math" panose="02040503050406030204" pitchFamily="18" charset="0"/>
                          </a:rPr>
                        </m:ctrlPr>
                      </m:dPr>
                      <m:e>
                        <m:f>
                          <m:fPr>
                            <m:type m:val="skw"/>
                            <m:ctrlPr>
                              <a:rPr lang="en-US" i="1">
                                <a:solidFill>
                                  <a:schemeClr val="tx2"/>
                                </a:solidFill>
                                <a:latin typeface="Cambria Math" panose="02040503050406030204" pitchFamily="18" charset="0"/>
                              </a:rPr>
                            </m:ctrlPr>
                          </m:fPr>
                          <m:num>
                            <m:r>
                              <a:rPr lang="en-US" b="0" i="1">
                                <a:solidFill>
                                  <a:schemeClr val="tx2"/>
                                </a:solidFill>
                                <a:latin typeface="Cambria Math" panose="02040503050406030204" pitchFamily="18" charset="0"/>
                              </a:rPr>
                              <m:t>𝑚</m:t>
                            </m:r>
                          </m:num>
                          <m:den>
                            <m:r>
                              <a:rPr lang="en-US" b="0" i="1">
                                <a:solidFill>
                                  <a:schemeClr val="tx2"/>
                                </a:solidFill>
                                <a:latin typeface="Cambria Math" panose="02040503050406030204" pitchFamily="18" charset="0"/>
                              </a:rPr>
                              <m:t>𝑛</m:t>
                            </m:r>
                          </m:den>
                        </m:f>
                      </m:e>
                    </m:d>
                  </m:oMath>
                </a14:m>
                <a:r>
                  <a:rPr lang="en-US" dirty="0">
                    <a:solidFill>
                      <a:schemeClr val="tx2"/>
                    </a:solidFill>
                  </a:rPr>
                  <a:t> (average) compared to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𝑛</m:t>
                        </m:r>
                      </m:e>
                    </m:d>
                  </m:oMath>
                </a14:m>
                <a:r>
                  <a:rPr lang="en-US" dirty="0">
                    <a:solidFill>
                      <a:schemeClr val="tx2"/>
                    </a:solidFill>
                  </a:rPr>
                  <a:t> for adjacency matrix</a:t>
                </a:r>
              </a:p>
              <a:p>
                <a:endParaRPr lang="en-US" dirty="0">
                  <a:solidFill>
                    <a:schemeClr val="tx2"/>
                  </a:solidFill>
                </a:endParaRPr>
              </a:p>
            </p:txBody>
          </p:sp>
        </mc:Choice>
        <mc:Fallback xmlns="">
          <p:sp>
            <p:nvSpPr>
              <p:cNvPr id="3" name="Content Placeholder 2">
                <a:extLst>
                  <a:ext uri="{FF2B5EF4-FFF2-40B4-BE49-F238E27FC236}">
                    <a16:creationId xmlns:a16="http://schemas.microsoft.com/office/drawing/2014/main" id="{3C685387-43CC-ED46-6856-D21D049EF81A}"/>
                  </a:ext>
                </a:extLst>
              </p:cNvPr>
              <p:cNvSpPr>
                <a:spLocks noGrp="1" noRot="1" noChangeAspect="1" noMove="1" noResize="1" noEditPoints="1" noAdjustHandles="1" noChangeArrowheads="1" noChangeShapeType="1" noTextEdit="1"/>
              </p:cNvSpPr>
              <p:nvPr>
                <p:ph idx="1"/>
              </p:nvPr>
            </p:nvSpPr>
            <p:spPr>
              <a:xfrm>
                <a:off x="1143000" y="1188720"/>
                <a:ext cx="9005935" cy="3209212"/>
              </a:xfrm>
              <a:blipFill>
                <a:blip r:embed="rId2"/>
                <a:stretch>
                  <a:fillRect l="-1972" t="-3937" b="-5906"/>
                </a:stretch>
              </a:blipFill>
            </p:spPr>
            <p:txBody>
              <a:bodyPr/>
              <a:lstStyle/>
              <a:p>
                <a:r>
                  <a:rPr lang="en-US">
                    <a:noFill/>
                  </a:rPr>
                  <a:t> </a:t>
                </a:r>
              </a:p>
            </p:txBody>
          </p:sp>
        </mc:Fallback>
      </mc:AlternateContent>
    </p:spTree>
    <p:extLst>
      <p:ext uri="{BB962C8B-B14F-4D97-AF65-F5344CB8AC3E}">
        <p14:creationId xmlns:p14="http://schemas.microsoft.com/office/powerpoint/2010/main" val="2504099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10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53F91-BAB2-8614-12D0-DA56CD098D96}"/>
              </a:ext>
            </a:extLst>
          </p:cNvPr>
          <p:cNvSpPr>
            <a:spLocks noGrp="1"/>
          </p:cNvSpPr>
          <p:nvPr>
            <p:ph type="title"/>
          </p:nvPr>
        </p:nvSpPr>
        <p:spPr/>
        <p:txBody>
          <a:bodyPr/>
          <a:lstStyle/>
          <a:p>
            <a:r>
              <a:rPr lang="en-US" dirty="0"/>
              <a:t>Adjacency lists in Python</a:t>
            </a:r>
          </a:p>
        </p:txBody>
      </p:sp>
      <p:sp>
        <p:nvSpPr>
          <p:cNvPr id="3" name="Content Placeholder 2">
            <a:extLst>
              <a:ext uri="{FF2B5EF4-FFF2-40B4-BE49-F238E27FC236}">
                <a16:creationId xmlns:a16="http://schemas.microsoft.com/office/drawing/2014/main" id="{34C1A21F-6756-85D3-9A7E-B99A35518A56}"/>
              </a:ext>
            </a:extLst>
          </p:cNvPr>
          <p:cNvSpPr>
            <a:spLocks noGrp="1"/>
          </p:cNvSpPr>
          <p:nvPr>
            <p:ph idx="1"/>
          </p:nvPr>
        </p:nvSpPr>
        <p:spPr>
          <a:xfrm>
            <a:off x="1143000" y="1188720"/>
            <a:ext cx="6661087" cy="332399"/>
          </a:xfrm>
        </p:spPr>
        <p:txBody>
          <a:bodyPr/>
          <a:lstStyle/>
          <a:p>
            <a:r>
              <a:rPr lang="en-US" dirty="0"/>
              <a:t>We can use nested lists or a hash (dictionary)</a:t>
            </a:r>
          </a:p>
        </p:txBody>
      </p:sp>
      <p:grpSp>
        <p:nvGrpSpPr>
          <p:cNvPr id="4" name="Group 3">
            <a:extLst>
              <a:ext uri="{FF2B5EF4-FFF2-40B4-BE49-F238E27FC236}">
                <a16:creationId xmlns:a16="http://schemas.microsoft.com/office/drawing/2014/main" id="{2D55B5B8-3813-AA9C-28CB-824559AA6F9D}"/>
              </a:ext>
            </a:extLst>
          </p:cNvPr>
          <p:cNvGrpSpPr/>
          <p:nvPr/>
        </p:nvGrpSpPr>
        <p:grpSpPr>
          <a:xfrm>
            <a:off x="9398102" y="1188720"/>
            <a:ext cx="2030211" cy="1687660"/>
            <a:chOff x="7710893" y="3975270"/>
            <a:chExt cx="2030211" cy="1687660"/>
          </a:xfrm>
        </p:grpSpPr>
        <p:sp>
          <p:nvSpPr>
            <p:cNvPr id="5" name="Oval 4">
              <a:extLst>
                <a:ext uri="{FF2B5EF4-FFF2-40B4-BE49-F238E27FC236}">
                  <a16:creationId xmlns:a16="http://schemas.microsoft.com/office/drawing/2014/main" id="{A5878EBB-9EDE-F5A8-70DB-89EAF8C8A719}"/>
                </a:ext>
              </a:extLst>
            </p:cNvPr>
            <p:cNvSpPr/>
            <p:nvPr/>
          </p:nvSpPr>
          <p:spPr>
            <a:xfrm>
              <a:off x="9010827" y="5297170"/>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3D6193D-F313-703B-5FDC-64118AB0BFF4}"/>
                </a:ext>
              </a:extLst>
            </p:cNvPr>
            <p:cNvSpPr/>
            <p:nvPr/>
          </p:nvSpPr>
          <p:spPr>
            <a:xfrm>
              <a:off x="7710893" y="4776932"/>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865B4D9-0B74-BD24-5462-3BF2EAF91F01}"/>
                </a:ext>
              </a:extLst>
            </p:cNvPr>
            <p:cNvSpPr/>
            <p:nvPr/>
          </p:nvSpPr>
          <p:spPr>
            <a:xfrm>
              <a:off x="8523970" y="3977056"/>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B37B3E3-6ADF-FD9F-28DC-91771692C3F0}"/>
                </a:ext>
              </a:extLst>
            </p:cNvPr>
            <p:cNvSpPr/>
            <p:nvPr/>
          </p:nvSpPr>
          <p:spPr>
            <a:xfrm>
              <a:off x="9375344" y="4720109"/>
              <a:ext cx="365760" cy="36576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CA7E836-003C-5334-6450-08107FD810E0}"/>
                </a:ext>
              </a:extLst>
            </p:cNvPr>
            <p:cNvCxnSpPr>
              <a:stCxn id="7" idx="4"/>
              <a:endCxn id="6" idx="0"/>
            </p:cNvCxnSpPr>
            <p:nvPr/>
          </p:nvCxnSpPr>
          <p:spPr>
            <a:xfrm flipH="1">
              <a:off x="7893773" y="4342816"/>
              <a:ext cx="813077" cy="434116"/>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FD4F1A-D8B8-3E87-2858-B31E245842D1}"/>
                </a:ext>
              </a:extLst>
            </p:cNvPr>
            <p:cNvCxnSpPr>
              <a:cxnSpLocks/>
              <a:stCxn id="7" idx="4"/>
              <a:endCxn id="8" idx="0"/>
            </p:cNvCxnSpPr>
            <p:nvPr/>
          </p:nvCxnSpPr>
          <p:spPr>
            <a:xfrm>
              <a:off x="8706850" y="4342816"/>
              <a:ext cx="851374" cy="377293"/>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160F732-9F6C-6634-0658-A70D4F21E700}"/>
                </a:ext>
              </a:extLst>
            </p:cNvPr>
            <p:cNvCxnSpPr>
              <a:cxnSpLocks/>
              <a:stCxn id="7" idx="4"/>
              <a:endCxn id="5" idx="0"/>
            </p:cNvCxnSpPr>
            <p:nvPr/>
          </p:nvCxnSpPr>
          <p:spPr>
            <a:xfrm>
              <a:off x="8706850" y="4342816"/>
              <a:ext cx="486857" cy="954354"/>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7FB4C08-4EB0-9319-CAF5-25D475DC87E9}"/>
                </a:ext>
              </a:extLst>
            </p:cNvPr>
            <p:cNvCxnSpPr>
              <a:cxnSpLocks/>
              <a:stCxn id="5" idx="0"/>
              <a:endCxn id="6" idx="6"/>
            </p:cNvCxnSpPr>
            <p:nvPr/>
          </p:nvCxnSpPr>
          <p:spPr>
            <a:xfrm flipH="1" flipV="1">
              <a:off x="8076653" y="4959812"/>
              <a:ext cx="1117054" cy="33735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775D47D-DEC0-7CDD-63BE-A683D65D5045}"/>
                </a:ext>
              </a:extLst>
            </p:cNvPr>
            <p:cNvSpPr txBox="1"/>
            <p:nvPr/>
          </p:nvSpPr>
          <p:spPr>
            <a:xfrm>
              <a:off x="8552253" y="3975270"/>
              <a:ext cx="319318" cy="369332"/>
            </a:xfrm>
            <a:prstGeom prst="rect">
              <a:avLst/>
            </a:prstGeom>
            <a:noFill/>
          </p:spPr>
          <p:txBody>
            <a:bodyPr wrap="none" rtlCol="0">
              <a:spAutoFit/>
            </a:bodyPr>
            <a:lstStyle/>
            <a:p>
              <a:r>
                <a:rPr lang="en-US" dirty="0"/>
                <a:t>0</a:t>
              </a:r>
            </a:p>
          </p:txBody>
        </p:sp>
        <p:sp>
          <p:nvSpPr>
            <p:cNvPr id="14" name="TextBox 13">
              <a:extLst>
                <a:ext uri="{FF2B5EF4-FFF2-40B4-BE49-F238E27FC236}">
                  <a16:creationId xmlns:a16="http://schemas.microsoft.com/office/drawing/2014/main" id="{97487334-B297-1E53-BAA0-680CE6162347}"/>
                </a:ext>
              </a:extLst>
            </p:cNvPr>
            <p:cNvSpPr txBox="1"/>
            <p:nvPr/>
          </p:nvSpPr>
          <p:spPr>
            <a:xfrm>
              <a:off x="7739972" y="4773360"/>
              <a:ext cx="324128" cy="369332"/>
            </a:xfrm>
            <a:prstGeom prst="rect">
              <a:avLst/>
            </a:prstGeom>
            <a:no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288BF8D9-064B-D10A-16BA-4F6EB6E4A677}"/>
                </a:ext>
              </a:extLst>
            </p:cNvPr>
            <p:cNvSpPr txBox="1"/>
            <p:nvPr/>
          </p:nvSpPr>
          <p:spPr>
            <a:xfrm>
              <a:off x="9409069" y="4718323"/>
              <a:ext cx="317716" cy="369332"/>
            </a:xfrm>
            <a:prstGeom prst="rect">
              <a:avLst/>
            </a:prstGeom>
            <a:noFill/>
          </p:spPr>
          <p:txBody>
            <a:bodyPr wrap="none" rtlCol="0">
              <a:spAutoFit/>
            </a:bodyPr>
            <a:lstStyle/>
            <a:p>
              <a:r>
                <a:rPr lang="en-US" dirty="0"/>
                <a:t>2</a:t>
              </a:r>
            </a:p>
          </p:txBody>
        </p:sp>
        <p:sp>
          <p:nvSpPr>
            <p:cNvPr id="16" name="TextBox 15">
              <a:extLst>
                <a:ext uri="{FF2B5EF4-FFF2-40B4-BE49-F238E27FC236}">
                  <a16:creationId xmlns:a16="http://schemas.microsoft.com/office/drawing/2014/main" id="{3248FDB1-7766-B72E-3A51-1ECBAAB35937}"/>
                </a:ext>
              </a:extLst>
            </p:cNvPr>
            <p:cNvSpPr txBox="1"/>
            <p:nvPr/>
          </p:nvSpPr>
          <p:spPr>
            <a:xfrm>
              <a:off x="9043050" y="5293598"/>
              <a:ext cx="319318" cy="369332"/>
            </a:xfrm>
            <a:prstGeom prst="rect">
              <a:avLst/>
            </a:prstGeom>
            <a:noFill/>
          </p:spPr>
          <p:txBody>
            <a:bodyPr wrap="none" rtlCol="0">
              <a:spAutoFit/>
            </a:bodyPr>
            <a:lstStyle/>
            <a:p>
              <a:r>
                <a:rPr lang="en-US" dirty="0"/>
                <a:t>3</a:t>
              </a:r>
            </a:p>
          </p:txBody>
        </p:sp>
      </p:grpSp>
      <p:graphicFrame>
        <p:nvGraphicFramePr>
          <p:cNvPr id="17" name="Table 16">
            <a:extLst>
              <a:ext uri="{FF2B5EF4-FFF2-40B4-BE49-F238E27FC236}">
                <a16:creationId xmlns:a16="http://schemas.microsoft.com/office/drawing/2014/main" id="{E40BC47B-9FA2-3D33-5FFF-38CF4AEA9570}"/>
              </a:ext>
            </a:extLst>
          </p:cNvPr>
          <p:cNvGraphicFramePr>
            <a:graphicFrameLocks noGrp="1"/>
          </p:cNvGraphicFramePr>
          <p:nvPr>
            <p:extLst>
              <p:ext uri="{D42A27DB-BD31-4B8C-83A1-F6EECF244321}">
                <p14:modId xmlns:p14="http://schemas.microsoft.com/office/powerpoint/2010/main" val="1599499175"/>
              </p:ext>
            </p:extLst>
          </p:nvPr>
        </p:nvGraphicFramePr>
        <p:xfrm>
          <a:off x="9135680" y="3142788"/>
          <a:ext cx="2522920" cy="1828800"/>
        </p:xfrm>
        <a:graphic>
          <a:graphicData uri="http://schemas.openxmlformats.org/drawingml/2006/table">
            <a:tbl>
              <a:tblPr firstRow="1" bandRow="1">
                <a:tableStyleId>{72833802-FEF1-4C79-8D5D-14CF1EAF98D9}</a:tableStyleId>
              </a:tblPr>
              <a:tblGrid>
                <a:gridCol w="1261460">
                  <a:extLst>
                    <a:ext uri="{9D8B030D-6E8A-4147-A177-3AD203B41FA5}">
                      <a16:colId xmlns:a16="http://schemas.microsoft.com/office/drawing/2014/main" val="2462345444"/>
                    </a:ext>
                  </a:extLst>
                </a:gridCol>
                <a:gridCol w="1261460">
                  <a:extLst>
                    <a:ext uri="{9D8B030D-6E8A-4147-A177-3AD203B41FA5}">
                      <a16:colId xmlns:a16="http://schemas.microsoft.com/office/drawing/2014/main" val="2221542591"/>
                    </a:ext>
                  </a:extLst>
                </a:gridCol>
              </a:tblGrid>
              <a:tr h="353466">
                <a:tc>
                  <a:txBody>
                    <a:bodyPr/>
                    <a:lstStyle/>
                    <a:p>
                      <a:r>
                        <a:rPr lang="en-US" dirty="0"/>
                        <a:t>Node</a:t>
                      </a:r>
                    </a:p>
                  </a:txBody>
                  <a:tcPr/>
                </a:tc>
                <a:tc>
                  <a:txBody>
                    <a:bodyPr/>
                    <a:lstStyle/>
                    <a:p>
                      <a:r>
                        <a:rPr lang="en-US" dirty="0"/>
                        <a:t>Neighbors</a:t>
                      </a:r>
                    </a:p>
                  </a:txBody>
                  <a:tcPr/>
                </a:tc>
                <a:extLst>
                  <a:ext uri="{0D108BD9-81ED-4DB2-BD59-A6C34878D82A}">
                    <a16:rowId xmlns:a16="http://schemas.microsoft.com/office/drawing/2014/main" val="1008444982"/>
                  </a:ext>
                </a:extLst>
              </a:tr>
              <a:tr h="353466">
                <a:tc>
                  <a:txBody>
                    <a:bodyPr/>
                    <a:lstStyle/>
                    <a:p>
                      <a:r>
                        <a:rPr lang="en-US" dirty="0"/>
                        <a:t>0</a:t>
                      </a:r>
                    </a:p>
                  </a:txBody>
                  <a:tcPr/>
                </a:tc>
                <a:tc>
                  <a:txBody>
                    <a:bodyPr/>
                    <a:lstStyle/>
                    <a:p>
                      <a:r>
                        <a:rPr lang="en-US" dirty="0"/>
                        <a:t>1, 2</a:t>
                      </a:r>
                    </a:p>
                  </a:txBody>
                  <a:tcPr/>
                </a:tc>
                <a:extLst>
                  <a:ext uri="{0D108BD9-81ED-4DB2-BD59-A6C34878D82A}">
                    <a16:rowId xmlns:a16="http://schemas.microsoft.com/office/drawing/2014/main" val="1724133042"/>
                  </a:ext>
                </a:extLst>
              </a:tr>
              <a:tr h="353466">
                <a:tc>
                  <a:txBody>
                    <a:bodyPr/>
                    <a:lstStyle/>
                    <a:p>
                      <a:r>
                        <a:rPr lang="en-US" dirty="0"/>
                        <a:t>1</a:t>
                      </a:r>
                    </a:p>
                  </a:txBody>
                  <a:tcPr/>
                </a:tc>
                <a:tc>
                  <a:txBody>
                    <a:bodyPr/>
                    <a:lstStyle/>
                    <a:p>
                      <a:r>
                        <a:rPr lang="en-US" dirty="0"/>
                        <a:t>0, 3</a:t>
                      </a:r>
                    </a:p>
                  </a:txBody>
                  <a:tcPr/>
                </a:tc>
                <a:extLst>
                  <a:ext uri="{0D108BD9-81ED-4DB2-BD59-A6C34878D82A}">
                    <a16:rowId xmlns:a16="http://schemas.microsoft.com/office/drawing/2014/main" val="2396268001"/>
                  </a:ext>
                </a:extLst>
              </a:tr>
              <a:tr h="353466">
                <a:tc>
                  <a:txBody>
                    <a:bodyPr/>
                    <a:lstStyle/>
                    <a:p>
                      <a:r>
                        <a:rPr lang="en-US" dirty="0"/>
                        <a:t>2</a:t>
                      </a:r>
                    </a:p>
                  </a:txBody>
                  <a:tcPr/>
                </a:tc>
                <a:tc>
                  <a:txBody>
                    <a:bodyPr/>
                    <a:lstStyle/>
                    <a:p>
                      <a:r>
                        <a:rPr lang="en-US" dirty="0"/>
                        <a:t>0</a:t>
                      </a:r>
                    </a:p>
                  </a:txBody>
                  <a:tcPr/>
                </a:tc>
                <a:extLst>
                  <a:ext uri="{0D108BD9-81ED-4DB2-BD59-A6C34878D82A}">
                    <a16:rowId xmlns:a16="http://schemas.microsoft.com/office/drawing/2014/main" val="1535499266"/>
                  </a:ext>
                </a:extLst>
              </a:tr>
              <a:tr h="353466">
                <a:tc>
                  <a:txBody>
                    <a:bodyPr/>
                    <a:lstStyle/>
                    <a:p>
                      <a:r>
                        <a:rPr lang="en-US" dirty="0"/>
                        <a:t>3</a:t>
                      </a:r>
                    </a:p>
                  </a:txBody>
                  <a:tcPr/>
                </a:tc>
                <a:tc>
                  <a:txBody>
                    <a:bodyPr/>
                    <a:lstStyle/>
                    <a:p>
                      <a:r>
                        <a:rPr lang="en-US" dirty="0"/>
                        <a:t>0, 1</a:t>
                      </a:r>
                    </a:p>
                  </a:txBody>
                  <a:tcPr/>
                </a:tc>
                <a:extLst>
                  <a:ext uri="{0D108BD9-81ED-4DB2-BD59-A6C34878D82A}">
                    <a16:rowId xmlns:a16="http://schemas.microsoft.com/office/drawing/2014/main" val="1587694965"/>
                  </a:ext>
                </a:extLst>
              </a:tr>
            </a:tbl>
          </a:graphicData>
        </a:graphic>
      </p:graphicFrame>
      <p:pic>
        <p:nvPicPr>
          <p:cNvPr id="18" name="Picture 17" descr="Screen shot of python implmentation for adjacency list">
            <a:extLst>
              <a:ext uri="{FF2B5EF4-FFF2-40B4-BE49-F238E27FC236}">
                <a16:creationId xmlns:a16="http://schemas.microsoft.com/office/drawing/2014/main" id="{F039B5D0-21AA-4AFF-2FB7-FFA05A9DF070}"/>
              </a:ext>
            </a:extLst>
          </p:cNvPr>
          <p:cNvPicPr>
            <a:picLocks noChangeAspect="1"/>
          </p:cNvPicPr>
          <p:nvPr/>
        </p:nvPicPr>
        <p:blipFill>
          <a:blip r:embed="rId2"/>
          <a:stretch>
            <a:fillRect/>
          </a:stretch>
        </p:blipFill>
        <p:spPr>
          <a:xfrm>
            <a:off x="1143000" y="1662960"/>
            <a:ext cx="4165600" cy="647700"/>
          </a:xfrm>
          <a:prstGeom prst="rect">
            <a:avLst/>
          </a:prstGeom>
        </p:spPr>
      </p:pic>
      <p:sp>
        <p:nvSpPr>
          <p:cNvPr id="19" name="Content Placeholder 2">
            <a:extLst>
              <a:ext uri="{FF2B5EF4-FFF2-40B4-BE49-F238E27FC236}">
                <a16:creationId xmlns:a16="http://schemas.microsoft.com/office/drawing/2014/main" id="{EE11BEA3-708C-9C7B-FBA2-EBB8E3E9ECEA}"/>
              </a:ext>
            </a:extLst>
          </p:cNvPr>
          <p:cNvSpPr txBox="1">
            <a:spLocks/>
          </p:cNvSpPr>
          <p:nvPr/>
        </p:nvSpPr>
        <p:spPr>
          <a:xfrm>
            <a:off x="1143000" y="2710180"/>
            <a:ext cx="6932691" cy="332399"/>
          </a:xfrm>
          <a:prstGeom prst="rect">
            <a:avLst/>
          </a:prstGeom>
        </p:spPr>
        <p:txBody>
          <a:bodyPr vert="horz" wrap="square" lIns="0" tIns="0" rIns="0" bIns="0" rtlCol="0" anchor="t">
            <a:spAutoFit/>
          </a:bodyPr>
          <a:lstStyle>
            <a:lvl1pPr marL="0" indent="0" algn="l" defTabSz="914400" rtl="0" eaLnBrk="1" latinLnBrk="0" hangingPunct="1">
              <a:lnSpc>
                <a:spcPct val="90000"/>
              </a:lnSpc>
              <a:spcBef>
                <a:spcPts val="0"/>
              </a:spcBef>
              <a:spcAft>
                <a:spcPts val="600"/>
              </a:spcAft>
              <a:buClr>
                <a:schemeClr val="accent2"/>
              </a:buClr>
              <a:buFont typeface="Wingdings" pitchFamily="2" charset="2"/>
              <a:buNone/>
              <a:defRPr sz="2400" b="0" i="0" kern="1200">
                <a:solidFill>
                  <a:schemeClr val="tx2"/>
                </a:solidFill>
                <a:latin typeface="+mn-lt"/>
                <a:ea typeface="+mn-ea"/>
                <a:cs typeface="+mn-cs"/>
              </a:defRPr>
            </a:lvl1pPr>
            <a:lvl2pPr marL="460375" indent="0" algn="l" defTabSz="914400" rtl="0" eaLnBrk="1" latinLnBrk="0" hangingPunct="1">
              <a:lnSpc>
                <a:spcPct val="90000"/>
              </a:lnSpc>
              <a:spcBef>
                <a:spcPts val="500"/>
              </a:spcBef>
              <a:spcAft>
                <a:spcPts val="600"/>
              </a:spcAft>
              <a:buClr>
                <a:schemeClr val="accent2"/>
              </a:buClr>
              <a:buFont typeface="Wingdings" pitchFamily="2" charset="2"/>
              <a:buChar char="§"/>
              <a:tabLst/>
              <a:defRPr sz="2000" b="0" i="0" kern="1200">
                <a:solidFill>
                  <a:schemeClr val="tx2"/>
                </a:solidFill>
                <a:latin typeface="+mn-lt"/>
                <a:ea typeface="+mn-ea"/>
                <a:cs typeface="+mn-cs"/>
              </a:defRPr>
            </a:lvl2pPr>
            <a:lvl3pPr marL="685800" indent="0" algn="l" defTabSz="914400" rtl="0" eaLnBrk="1" latinLnBrk="0" hangingPunct="1">
              <a:lnSpc>
                <a:spcPct val="90000"/>
              </a:lnSpc>
              <a:spcBef>
                <a:spcPts val="500"/>
              </a:spcBef>
              <a:spcAft>
                <a:spcPts val="600"/>
              </a:spcAft>
              <a:buClr>
                <a:schemeClr val="accent2"/>
              </a:buClr>
              <a:buFont typeface="System Font Regular"/>
              <a:buChar char="-"/>
              <a:tabLst/>
              <a:defRPr sz="1600" b="0" i="0" kern="1200">
                <a:solidFill>
                  <a:schemeClr val="tx2"/>
                </a:solidFill>
                <a:latin typeface="+mn-lt"/>
                <a:ea typeface="+mn-ea"/>
                <a:cs typeface="+mn-cs"/>
              </a:defRPr>
            </a:lvl3pPr>
            <a:lvl4pPr marL="858838" indent="-234950"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4pPr>
            <a:lvl5pPr marL="1033463" indent="-214313"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We </a:t>
            </a:r>
            <a:r>
              <a:rPr lang="en-US" b="1" dirty="0"/>
              <a:t>cannot</a:t>
            </a:r>
            <a:r>
              <a:rPr lang="en-US" dirty="0"/>
              <a:t> use </a:t>
            </a:r>
            <a:r>
              <a:rPr lang="en-US" dirty="0" err="1"/>
              <a:t>numpy</a:t>
            </a:r>
            <a:r>
              <a:rPr lang="en-US" dirty="0"/>
              <a:t> arrays or torch tensors. Why?</a:t>
            </a:r>
          </a:p>
        </p:txBody>
      </p:sp>
      <p:pic>
        <p:nvPicPr>
          <p:cNvPr id="20" name="Picture 19" descr="Screenshot of failed python implementation of adjacency list using numpy and pytorch">
            <a:extLst>
              <a:ext uri="{FF2B5EF4-FFF2-40B4-BE49-F238E27FC236}">
                <a16:creationId xmlns:a16="http://schemas.microsoft.com/office/drawing/2014/main" id="{3C371DCD-8FC0-EA02-357A-50340DE5B91A}"/>
              </a:ext>
            </a:extLst>
          </p:cNvPr>
          <p:cNvPicPr>
            <a:picLocks noChangeAspect="1"/>
          </p:cNvPicPr>
          <p:nvPr/>
        </p:nvPicPr>
        <p:blipFill>
          <a:blip r:embed="rId3"/>
          <a:stretch>
            <a:fillRect/>
          </a:stretch>
        </p:blipFill>
        <p:spPr>
          <a:xfrm>
            <a:off x="1143000" y="3142788"/>
            <a:ext cx="7772400" cy="1947296"/>
          </a:xfrm>
          <a:prstGeom prst="rect">
            <a:avLst/>
          </a:prstGeom>
        </p:spPr>
      </p:pic>
      <p:sp>
        <p:nvSpPr>
          <p:cNvPr id="21" name="Content Placeholder 2">
            <a:extLst>
              <a:ext uri="{FF2B5EF4-FFF2-40B4-BE49-F238E27FC236}">
                <a16:creationId xmlns:a16="http://schemas.microsoft.com/office/drawing/2014/main" id="{253A92C6-A239-77A6-FD8D-4C022A286CAC}"/>
              </a:ext>
            </a:extLst>
          </p:cNvPr>
          <p:cNvSpPr txBox="1">
            <a:spLocks/>
          </p:cNvSpPr>
          <p:nvPr/>
        </p:nvSpPr>
        <p:spPr>
          <a:xfrm>
            <a:off x="1142999" y="5336881"/>
            <a:ext cx="7772400" cy="664797"/>
          </a:xfrm>
          <a:prstGeom prst="rect">
            <a:avLst/>
          </a:prstGeom>
        </p:spPr>
        <p:txBody>
          <a:bodyPr vert="horz" wrap="square" lIns="0" tIns="0" rIns="0" bIns="0" rtlCol="0" anchor="t">
            <a:spAutoFit/>
          </a:bodyPr>
          <a:lstStyle>
            <a:lvl1pPr marL="0" indent="0" algn="l" defTabSz="914400" rtl="0" eaLnBrk="1" latinLnBrk="0" hangingPunct="1">
              <a:lnSpc>
                <a:spcPct val="90000"/>
              </a:lnSpc>
              <a:spcBef>
                <a:spcPts val="0"/>
              </a:spcBef>
              <a:spcAft>
                <a:spcPts val="600"/>
              </a:spcAft>
              <a:buClr>
                <a:schemeClr val="accent2"/>
              </a:buClr>
              <a:buFont typeface="Wingdings" pitchFamily="2" charset="2"/>
              <a:buNone/>
              <a:defRPr sz="2400" b="0" i="0" kern="1200">
                <a:solidFill>
                  <a:schemeClr val="tx2"/>
                </a:solidFill>
                <a:latin typeface="+mn-lt"/>
                <a:ea typeface="+mn-ea"/>
                <a:cs typeface="+mn-cs"/>
              </a:defRPr>
            </a:lvl1pPr>
            <a:lvl2pPr marL="460375" indent="0" algn="l" defTabSz="914400" rtl="0" eaLnBrk="1" latinLnBrk="0" hangingPunct="1">
              <a:lnSpc>
                <a:spcPct val="90000"/>
              </a:lnSpc>
              <a:spcBef>
                <a:spcPts val="500"/>
              </a:spcBef>
              <a:spcAft>
                <a:spcPts val="600"/>
              </a:spcAft>
              <a:buClr>
                <a:schemeClr val="accent2"/>
              </a:buClr>
              <a:buFont typeface="Wingdings" pitchFamily="2" charset="2"/>
              <a:buChar char="§"/>
              <a:tabLst/>
              <a:defRPr sz="2000" b="0" i="0" kern="1200">
                <a:solidFill>
                  <a:schemeClr val="tx2"/>
                </a:solidFill>
                <a:latin typeface="+mn-lt"/>
                <a:ea typeface="+mn-ea"/>
                <a:cs typeface="+mn-cs"/>
              </a:defRPr>
            </a:lvl2pPr>
            <a:lvl3pPr marL="685800" indent="0" algn="l" defTabSz="914400" rtl="0" eaLnBrk="1" latinLnBrk="0" hangingPunct="1">
              <a:lnSpc>
                <a:spcPct val="90000"/>
              </a:lnSpc>
              <a:spcBef>
                <a:spcPts val="500"/>
              </a:spcBef>
              <a:spcAft>
                <a:spcPts val="600"/>
              </a:spcAft>
              <a:buClr>
                <a:schemeClr val="accent2"/>
              </a:buClr>
              <a:buFont typeface="System Font Regular"/>
              <a:buChar char="-"/>
              <a:tabLst/>
              <a:defRPr sz="1600" b="0" i="0" kern="1200">
                <a:solidFill>
                  <a:schemeClr val="tx2"/>
                </a:solidFill>
                <a:latin typeface="+mn-lt"/>
                <a:ea typeface="+mn-ea"/>
                <a:cs typeface="+mn-cs"/>
              </a:defRPr>
            </a:lvl3pPr>
            <a:lvl4pPr marL="858838" indent="-234950"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4pPr>
            <a:lvl5pPr marL="1033463" indent="-214313"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We can instead use </a:t>
            </a:r>
            <a:r>
              <a:rPr lang="en-US" dirty="0" err="1"/>
              <a:t>scipy.sparse</a:t>
            </a:r>
            <a:r>
              <a:rPr lang="en-US" dirty="0"/>
              <a:t> and </a:t>
            </a:r>
            <a:r>
              <a:rPr lang="en-US" dirty="0" err="1"/>
              <a:t>torch.sparse</a:t>
            </a:r>
            <a:r>
              <a:rPr lang="en-US" dirty="0"/>
              <a:t> classes (more on this later)</a:t>
            </a:r>
          </a:p>
        </p:txBody>
      </p:sp>
    </p:spTree>
    <p:extLst>
      <p:ext uri="{BB962C8B-B14F-4D97-AF65-F5344CB8AC3E}">
        <p14:creationId xmlns:p14="http://schemas.microsoft.com/office/powerpoint/2010/main" val="909410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B687C-4CED-ED91-DDCB-F6EF87FF0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DBD3A-E916-EE33-A87A-D24F960F33CD}"/>
              </a:ext>
            </a:extLst>
          </p:cNvPr>
          <p:cNvSpPr>
            <a:spLocks noGrp="1"/>
          </p:cNvSpPr>
          <p:nvPr>
            <p:ph type="ctrTitle"/>
          </p:nvPr>
        </p:nvSpPr>
        <p:spPr>
          <a:xfrm>
            <a:off x="1355318" y="3429000"/>
            <a:ext cx="10262721" cy="541687"/>
          </a:xfrm>
        </p:spPr>
        <p:txBody>
          <a:bodyPr/>
          <a:lstStyle/>
          <a:p>
            <a:r>
              <a:rPr lang="en-US" dirty="0"/>
              <a:t>Metric algorithms</a:t>
            </a:r>
          </a:p>
        </p:txBody>
      </p:sp>
    </p:spTree>
    <p:extLst>
      <p:ext uri="{BB962C8B-B14F-4D97-AF65-F5344CB8AC3E}">
        <p14:creationId xmlns:p14="http://schemas.microsoft.com/office/powerpoint/2010/main" val="1438599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DFE9-A484-D6CE-D0E8-407CEAF3A684}"/>
              </a:ext>
            </a:extLst>
          </p:cNvPr>
          <p:cNvSpPr>
            <a:spLocks noGrp="1"/>
          </p:cNvSpPr>
          <p:nvPr>
            <p:ph type="title"/>
          </p:nvPr>
        </p:nvSpPr>
        <p:spPr/>
        <p:txBody>
          <a:bodyPr/>
          <a:lstStyle/>
          <a:p>
            <a:r>
              <a:rPr lang="en-US" dirty="0"/>
              <a:t>Node degree from adjacency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F558A4-CDA9-CD48-7391-BE4BC6663302}"/>
                  </a:ext>
                </a:extLst>
              </p:cNvPr>
              <p:cNvSpPr>
                <a:spLocks noGrp="1"/>
              </p:cNvSpPr>
              <p:nvPr>
                <p:ph idx="1"/>
              </p:nvPr>
            </p:nvSpPr>
            <p:spPr>
              <a:xfrm>
                <a:off x="1143000" y="1188720"/>
                <a:ext cx="5810061" cy="3747693"/>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342900" indent="-342900">
                  <a:buFont typeface="Arial" panose="020B0604020202020204" pitchFamily="34" charset="0"/>
                  <a:buChar char="•"/>
                </a:pPr>
                <a:r>
                  <a:rPr lang="en-US" dirty="0"/>
                  <a:t>Adjacency matrix representation algorithm</a:t>
                </a:r>
              </a:p>
              <a:p>
                <a:pPr marL="917575" lvl="1" indent="-457200">
                  <a:buFont typeface="+mj-lt"/>
                  <a:buAutoNum type="arabicPeriod"/>
                </a:pPr>
                <a:r>
                  <a:rPr lang="en-US" dirty="0"/>
                  <a:t>Access row </a:t>
                </a:r>
                <a14:m>
                  <m:oMath xmlns:m="http://schemas.openxmlformats.org/officeDocument/2006/math">
                    <m:r>
                      <a:rPr lang="en-US" i="1">
                        <a:latin typeface="Cambria Math" panose="02040503050406030204" pitchFamily="18" charset="0"/>
                      </a:rPr>
                      <m:t>𝑖</m:t>
                    </m:r>
                  </m:oMath>
                </a14:m>
                <a:endParaRPr lang="en-US" dirty="0"/>
              </a:p>
              <a:p>
                <a:pPr marL="917575" lvl="1" indent="-457200">
                  <a:buFont typeface="+mj-lt"/>
                  <a:buAutoNum type="arabicPeriod"/>
                </a:pPr>
                <a:r>
                  <a:rPr lang="en-US" dirty="0"/>
                  <a:t>Iterate over the row elements and count non-zero entries (sum for unweighted networks)</a:t>
                </a:r>
              </a:p>
              <a:p>
                <a:endParaRPr lang="en-US" dirty="0"/>
              </a:p>
            </p:txBody>
          </p:sp>
        </mc:Choice>
        <mc:Fallback xmlns="">
          <p:sp>
            <p:nvSpPr>
              <p:cNvPr id="3" name="Content Placeholder 2">
                <a:extLst>
                  <a:ext uri="{FF2B5EF4-FFF2-40B4-BE49-F238E27FC236}">
                    <a16:creationId xmlns:a16="http://schemas.microsoft.com/office/drawing/2014/main" id="{9AF558A4-CDA9-CD48-7391-BE4BC6663302}"/>
                  </a:ext>
                </a:extLst>
              </p:cNvPr>
              <p:cNvSpPr>
                <a:spLocks noGrp="1" noRot="1" noChangeAspect="1" noMove="1" noResize="1" noEditPoints="1" noAdjustHandles="1" noChangeArrowheads="1" noChangeShapeType="1" noTextEdit="1"/>
              </p:cNvSpPr>
              <p:nvPr>
                <p:ph idx="1"/>
              </p:nvPr>
            </p:nvSpPr>
            <p:spPr>
              <a:xfrm>
                <a:off x="1143000" y="1188720"/>
                <a:ext cx="5810061" cy="3747693"/>
              </a:xfrm>
              <a:blipFill>
                <a:blip r:embed="rId2"/>
                <a:stretch>
                  <a:fillRect l="-3057" t="-3378" r="-3057"/>
                </a:stretch>
              </a:blipFill>
            </p:spPr>
            <p:txBody>
              <a:bodyPr/>
              <a:lstStyle/>
              <a:p>
                <a:r>
                  <a:rPr lang="en-US">
                    <a:noFill/>
                  </a:rPr>
                  <a:t> </a:t>
                </a:r>
              </a:p>
            </p:txBody>
          </p:sp>
        </mc:Fallback>
      </mc:AlternateContent>
      <p:pic>
        <p:nvPicPr>
          <p:cNvPr id="9" name="Graphic 8">
            <a:extLst>
              <a:ext uri="{FF2B5EF4-FFF2-40B4-BE49-F238E27FC236}">
                <a16:creationId xmlns:a16="http://schemas.microsoft.com/office/drawing/2014/main" id="{C27FF479-21B6-9249-6AA4-7772420EB81B}"/>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grpSp>
        <p:nvGrpSpPr>
          <p:cNvPr id="14" name="Group 13">
            <a:extLst>
              <a:ext uri="{FF2B5EF4-FFF2-40B4-BE49-F238E27FC236}">
                <a16:creationId xmlns:a16="http://schemas.microsoft.com/office/drawing/2014/main" id="{A7B9ED03-1A33-A85E-F10B-C37B464A43CF}"/>
              </a:ext>
            </a:extLst>
          </p:cNvPr>
          <p:cNvGrpSpPr/>
          <p:nvPr/>
        </p:nvGrpSpPr>
        <p:grpSpPr>
          <a:xfrm>
            <a:off x="8387281" y="2715265"/>
            <a:ext cx="2661719" cy="2408221"/>
            <a:chOff x="8387281" y="3115416"/>
            <a:chExt cx="2661719" cy="2408221"/>
          </a:xfrm>
        </p:grpSpPr>
        <p:pic>
          <p:nvPicPr>
            <p:cNvPr id="11" name="Graphic 10">
              <a:extLst>
                <a:ext uri="{FF2B5EF4-FFF2-40B4-BE49-F238E27FC236}">
                  <a16:creationId xmlns:a16="http://schemas.microsoft.com/office/drawing/2014/main" id="{52A9C1FA-0E1F-5F08-6D42-7320F801D0EE}"/>
                </a:ext>
              </a:extLst>
            </p:cNvPr>
            <p:cNvPicPr>
              <a:picLocks noChangeAspect="1"/>
            </p:cNvPicPr>
            <p:nvPr/>
          </p:nvPicPr>
          <p:blipFill>
            <a:blip r:embed="rId3">
              <a:extLst>
                <a:ext uri="{96DAC541-7B7A-43D3-8B79-37D633B846F1}">
                  <asvg:svgBlip xmlns:asvg="http://schemas.microsoft.com/office/drawing/2016/SVG/main" r:embed="rId4"/>
                </a:ext>
              </a:extLst>
            </a:blip>
            <a:srcRect l="55188" t="10852" r="12852" b="25941"/>
            <a:stretch>
              <a:fillRect/>
            </a:stretch>
          </p:blipFill>
          <p:spPr>
            <a:xfrm>
              <a:off x="8514031" y="3115416"/>
              <a:ext cx="2435382" cy="2408221"/>
            </a:xfrm>
            <a:prstGeom prst="rect">
              <a:avLst/>
            </a:prstGeom>
          </p:spPr>
        </p:pic>
        <p:sp>
          <p:nvSpPr>
            <p:cNvPr id="12" name="Rounded Rectangle 11">
              <a:extLst>
                <a:ext uri="{FF2B5EF4-FFF2-40B4-BE49-F238E27FC236}">
                  <a16:creationId xmlns:a16="http://schemas.microsoft.com/office/drawing/2014/main" id="{187F9F90-101E-7480-FE8A-464FBF153C9B}"/>
                </a:ext>
              </a:extLst>
            </p:cNvPr>
            <p:cNvSpPr/>
            <p:nvPr/>
          </p:nvSpPr>
          <p:spPr>
            <a:xfrm>
              <a:off x="8387281" y="3154075"/>
              <a:ext cx="2661719"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6F6B8665-9C02-70AA-3DAD-E74F858EF7E3}"/>
              </a:ext>
            </a:extLst>
          </p:cNvPr>
          <p:cNvSpPr txBox="1"/>
          <p:nvPr/>
        </p:nvSpPr>
        <p:spPr>
          <a:xfrm>
            <a:off x="7594829" y="5213412"/>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0 is 2</a:t>
            </a:r>
            <a:r>
              <a:rPr lang="en-US" dirty="0"/>
              <a:t>, which is the sum of row zero in the adjacency matrix</a:t>
            </a:r>
          </a:p>
        </p:txBody>
      </p:sp>
    </p:spTree>
    <p:extLst>
      <p:ext uri="{BB962C8B-B14F-4D97-AF65-F5344CB8AC3E}">
        <p14:creationId xmlns:p14="http://schemas.microsoft.com/office/powerpoint/2010/main" val="3636401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52772-3D68-87FC-7D3B-CA2EEB0D1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365A3-7D39-8297-73A6-82183935252C}"/>
              </a:ext>
            </a:extLst>
          </p:cNvPr>
          <p:cNvSpPr>
            <a:spLocks noGrp="1"/>
          </p:cNvSpPr>
          <p:nvPr>
            <p:ph type="title"/>
          </p:nvPr>
        </p:nvSpPr>
        <p:spPr/>
        <p:txBody>
          <a:bodyPr/>
          <a:lstStyle/>
          <a:p>
            <a:r>
              <a:rPr lang="en-US" dirty="0"/>
              <a:t>Node degree from adjacency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D8E13F-2232-15C9-59A0-6941EC49F269}"/>
                  </a:ext>
                </a:extLst>
              </p:cNvPr>
              <p:cNvSpPr>
                <a:spLocks noGrp="1"/>
              </p:cNvSpPr>
              <p:nvPr>
                <p:ph idx="1"/>
              </p:nvPr>
            </p:nvSpPr>
            <p:spPr>
              <a:xfrm>
                <a:off x="1143000" y="1188720"/>
                <a:ext cx="5810061" cy="3747693"/>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342900" indent="-342900">
                  <a:buFont typeface="Arial" panose="020B0604020202020204" pitchFamily="34" charset="0"/>
                  <a:buChar char="•"/>
                </a:pPr>
                <a:r>
                  <a:rPr lang="en-US" dirty="0"/>
                  <a:t>Adjacency matrix representation algorithm</a:t>
                </a:r>
              </a:p>
              <a:p>
                <a:pPr marL="917575" lvl="1" indent="-457200">
                  <a:buFont typeface="+mj-lt"/>
                  <a:buAutoNum type="arabicPeriod"/>
                </a:pPr>
                <a:r>
                  <a:rPr lang="en-US" dirty="0"/>
                  <a:t>Access row </a:t>
                </a:r>
                <a14:m>
                  <m:oMath xmlns:m="http://schemas.openxmlformats.org/officeDocument/2006/math">
                    <m:r>
                      <a:rPr lang="en-US" i="1">
                        <a:latin typeface="Cambria Math" panose="02040503050406030204" pitchFamily="18" charset="0"/>
                      </a:rPr>
                      <m:t>𝑖</m:t>
                    </m:r>
                  </m:oMath>
                </a14:m>
                <a:r>
                  <a:rPr lang="en-US" dirty="0"/>
                  <a:t> which</a:t>
                </a:r>
              </a:p>
              <a:p>
                <a:pPr marL="917575" lvl="1" indent="-457200">
                  <a:buFont typeface="+mj-lt"/>
                  <a:buAutoNum type="arabicPeriod"/>
                </a:pPr>
                <a:r>
                  <a:rPr lang="en-US" dirty="0"/>
                  <a:t>Iterate over the row elements and count non-zero entries (sum for unweighted networks)</a:t>
                </a:r>
              </a:p>
              <a:p>
                <a:endParaRPr lang="en-US" dirty="0"/>
              </a:p>
            </p:txBody>
          </p:sp>
        </mc:Choice>
        <mc:Fallback xmlns="">
          <p:sp>
            <p:nvSpPr>
              <p:cNvPr id="3" name="Content Placeholder 2">
                <a:extLst>
                  <a:ext uri="{FF2B5EF4-FFF2-40B4-BE49-F238E27FC236}">
                    <a16:creationId xmlns:a16="http://schemas.microsoft.com/office/drawing/2014/main" id="{42D8E13F-2232-15C9-59A0-6941EC49F269}"/>
                  </a:ext>
                </a:extLst>
              </p:cNvPr>
              <p:cNvSpPr>
                <a:spLocks noGrp="1" noRot="1" noChangeAspect="1" noMove="1" noResize="1" noEditPoints="1" noAdjustHandles="1" noChangeArrowheads="1" noChangeShapeType="1" noTextEdit="1"/>
              </p:cNvSpPr>
              <p:nvPr>
                <p:ph idx="1"/>
              </p:nvPr>
            </p:nvSpPr>
            <p:spPr>
              <a:xfrm>
                <a:off x="1143000" y="1188720"/>
                <a:ext cx="5810061" cy="3747693"/>
              </a:xfrm>
              <a:blipFill>
                <a:blip r:embed="rId2"/>
                <a:stretch>
                  <a:fillRect l="-3057" t="-3378" r="-3057"/>
                </a:stretch>
              </a:blipFill>
            </p:spPr>
            <p:txBody>
              <a:bodyPr/>
              <a:lstStyle/>
              <a:p>
                <a:r>
                  <a:rPr lang="en-US">
                    <a:noFill/>
                  </a:rPr>
                  <a:t> </a:t>
                </a:r>
              </a:p>
            </p:txBody>
          </p:sp>
        </mc:Fallback>
      </mc:AlternateContent>
      <p:pic>
        <p:nvPicPr>
          <p:cNvPr id="9" name="Graphic 8">
            <a:extLst>
              <a:ext uri="{FF2B5EF4-FFF2-40B4-BE49-F238E27FC236}">
                <a16:creationId xmlns:a16="http://schemas.microsoft.com/office/drawing/2014/main" id="{9C5D1156-383B-0201-AA05-31BE2DCA3F74}"/>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pic>
        <p:nvPicPr>
          <p:cNvPr id="11" name="Graphic 10">
            <a:extLst>
              <a:ext uri="{FF2B5EF4-FFF2-40B4-BE49-F238E27FC236}">
                <a16:creationId xmlns:a16="http://schemas.microsoft.com/office/drawing/2014/main" id="{DCB8C670-801B-69BA-76E0-82C5F4DBAC74}"/>
              </a:ext>
            </a:extLst>
          </p:cNvPr>
          <p:cNvPicPr>
            <a:picLocks noChangeAspect="1"/>
          </p:cNvPicPr>
          <p:nvPr/>
        </p:nvPicPr>
        <p:blipFill>
          <a:blip r:embed="rId3">
            <a:extLst>
              <a:ext uri="{96DAC541-7B7A-43D3-8B79-37D633B846F1}">
                <asvg:svgBlip xmlns:asvg="http://schemas.microsoft.com/office/drawing/2016/SVG/main" r:embed="rId4"/>
              </a:ext>
            </a:extLst>
          </a:blip>
          <a:srcRect l="55188" t="10852" r="12852" b="25941"/>
          <a:stretch>
            <a:fillRect/>
          </a:stretch>
        </p:blipFill>
        <p:spPr>
          <a:xfrm>
            <a:off x="8514031" y="2715265"/>
            <a:ext cx="2435382" cy="2408221"/>
          </a:xfrm>
          <a:prstGeom prst="rect">
            <a:avLst/>
          </a:prstGeom>
        </p:spPr>
      </p:pic>
      <p:sp>
        <p:nvSpPr>
          <p:cNvPr id="12" name="Rounded Rectangle 11">
            <a:extLst>
              <a:ext uri="{FF2B5EF4-FFF2-40B4-BE49-F238E27FC236}">
                <a16:creationId xmlns:a16="http://schemas.microsoft.com/office/drawing/2014/main" id="{E12E4931-22FB-023F-28AD-C2B76492A04C}"/>
              </a:ext>
            </a:extLst>
          </p:cNvPr>
          <p:cNvSpPr/>
          <p:nvPr/>
        </p:nvSpPr>
        <p:spPr>
          <a:xfrm>
            <a:off x="8387281" y="3620611"/>
            <a:ext cx="2661719"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1A08321-7A3C-3763-EF56-D38EB5136CE8}"/>
              </a:ext>
            </a:extLst>
          </p:cNvPr>
          <p:cNvSpPr txBox="1"/>
          <p:nvPr/>
        </p:nvSpPr>
        <p:spPr>
          <a:xfrm>
            <a:off x="7594829" y="5213412"/>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3 is 1</a:t>
            </a:r>
            <a:r>
              <a:rPr lang="en-US" dirty="0"/>
              <a:t>, which is the sum of row zero in the adjacency matrix</a:t>
            </a:r>
          </a:p>
        </p:txBody>
      </p:sp>
    </p:spTree>
    <p:extLst>
      <p:ext uri="{BB962C8B-B14F-4D97-AF65-F5344CB8AC3E}">
        <p14:creationId xmlns:p14="http://schemas.microsoft.com/office/powerpoint/2010/main" val="276509050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5BD9-87B6-36E1-9373-8D038ACE4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0BC65-DF4F-7CA9-67ED-02A86D6CC5B5}"/>
              </a:ext>
            </a:extLst>
          </p:cNvPr>
          <p:cNvSpPr>
            <a:spLocks noGrp="1"/>
          </p:cNvSpPr>
          <p:nvPr>
            <p:ph type="title"/>
          </p:nvPr>
        </p:nvSpPr>
        <p:spPr/>
        <p:txBody>
          <a:bodyPr/>
          <a:lstStyle/>
          <a:p>
            <a:r>
              <a:rPr lang="en-US" dirty="0"/>
              <a:t>Node degree from adjacency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4066EA-BE27-70E2-421B-4B5D667D4E99}"/>
                  </a:ext>
                </a:extLst>
              </p:cNvPr>
              <p:cNvSpPr>
                <a:spLocks noGrp="1"/>
              </p:cNvSpPr>
              <p:nvPr>
                <p:ph idx="1"/>
              </p:nvPr>
            </p:nvSpPr>
            <p:spPr>
              <a:xfrm>
                <a:off x="1143000" y="1188720"/>
                <a:ext cx="5810061" cy="3747693"/>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342900" indent="-342900">
                  <a:buFont typeface="Arial" panose="020B0604020202020204" pitchFamily="34" charset="0"/>
                  <a:buChar char="•"/>
                </a:pPr>
                <a:r>
                  <a:rPr lang="en-US" dirty="0"/>
                  <a:t>Adjacency matrix representation algorithm</a:t>
                </a:r>
              </a:p>
              <a:p>
                <a:pPr marL="917575" lvl="1" indent="-457200">
                  <a:buFont typeface="+mj-lt"/>
                  <a:buAutoNum type="arabicPeriod"/>
                </a:pPr>
                <a:r>
                  <a:rPr lang="en-US" dirty="0"/>
                  <a:t>Access row </a:t>
                </a:r>
                <a14:m>
                  <m:oMath xmlns:m="http://schemas.openxmlformats.org/officeDocument/2006/math">
                    <m:r>
                      <a:rPr lang="en-US" i="1">
                        <a:latin typeface="Cambria Math" panose="02040503050406030204" pitchFamily="18" charset="0"/>
                      </a:rPr>
                      <m:t>𝑖</m:t>
                    </m:r>
                  </m:oMath>
                </a14:m>
                <a:r>
                  <a:rPr lang="en-US" dirty="0"/>
                  <a:t> which</a:t>
                </a:r>
              </a:p>
              <a:p>
                <a:pPr marL="917575" lvl="1" indent="-457200">
                  <a:buFont typeface="+mj-lt"/>
                  <a:buAutoNum type="arabicPeriod"/>
                </a:pPr>
                <a:r>
                  <a:rPr lang="en-US" dirty="0"/>
                  <a:t>Iterate over the row elements and count non-zero entries (sum for unweighted networks)</a:t>
                </a:r>
              </a:p>
              <a:p>
                <a:endParaRPr lang="en-US" dirty="0"/>
              </a:p>
            </p:txBody>
          </p:sp>
        </mc:Choice>
        <mc:Fallback xmlns="">
          <p:sp>
            <p:nvSpPr>
              <p:cNvPr id="3" name="Content Placeholder 2">
                <a:extLst>
                  <a:ext uri="{FF2B5EF4-FFF2-40B4-BE49-F238E27FC236}">
                    <a16:creationId xmlns:a16="http://schemas.microsoft.com/office/drawing/2014/main" id="{2D4066EA-BE27-70E2-421B-4B5D667D4E99}"/>
                  </a:ext>
                </a:extLst>
              </p:cNvPr>
              <p:cNvSpPr>
                <a:spLocks noGrp="1" noRot="1" noChangeAspect="1" noMove="1" noResize="1" noEditPoints="1" noAdjustHandles="1" noChangeArrowheads="1" noChangeShapeType="1" noTextEdit="1"/>
              </p:cNvSpPr>
              <p:nvPr>
                <p:ph idx="1"/>
              </p:nvPr>
            </p:nvSpPr>
            <p:spPr>
              <a:xfrm>
                <a:off x="1143000" y="1188720"/>
                <a:ext cx="5810061" cy="3747693"/>
              </a:xfrm>
              <a:blipFill>
                <a:blip r:embed="rId2"/>
                <a:stretch>
                  <a:fillRect l="-3057" t="-3378" r="-3057"/>
                </a:stretch>
              </a:blipFill>
            </p:spPr>
            <p:txBody>
              <a:bodyPr/>
              <a:lstStyle/>
              <a:p>
                <a:r>
                  <a:rPr lang="en-US">
                    <a:noFill/>
                  </a:rPr>
                  <a:t> </a:t>
                </a:r>
              </a:p>
            </p:txBody>
          </p:sp>
        </mc:Fallback>
      </mc:AlternateContent>
      <p:pic>
        <p:nvPicPr>
          <p:cNvPr id="9" name="Graphic 8">
            <a:extLst>
              <a:ext uri="{FF2B5EF4-FFF2-40B4-BE49-F238E27FC236}">
                <a16:creationId xmlns:a16="http://schemas.microsoft.com/office/drawing/2014/main" id="{946577C6-0B38-9C77-C22B-96894FD17ADB}"/>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pic>
        <p:nvPicPr>
          <p:cNvPr id="11" name="Graphic 10">
            <a:extLst>
              <a:ext uri="{FF2B5EF4-FFF2-40B4-BE49-F238E27FC236}">
                <a16:creationId xmlns:a16="http://schemas.microsoft.com/office/drawing/2014/main" id="{451288C7-83F3-0B09-D7CB-B44934914A38}"/>
              </a:ext>
            </a:extLst>
          </p:cNvPr>
          <p:cNvPicPr>
            <a:picLocks noChangeAspect="1"/>
          </p:cNvPicPr>
          <p:nvPr/>
        </p:nvPicPr>
        <p:blipFill>
          <a:blip r:embed="rId3">
            <a:extLst>
              <a:ext uri="{96DAC541-7B7A-43D3-8B79-37D633B846F1}">
                <asvg:svgBlip xmlns:asvg="http://schemas.microsoft.com/office/drawing/2016/SVG/main" r:embed="rId4"/>
              </a:ext>
            </a:extLst>
          </a:blip>
          <a:srcRect l="55188" t="10852" r="12852" b="25941"/>
          <a:stretch>
            <a:fillRect/>
          </a:stretch>
        </p:blipFill>
        <p:spPr>
          <a:xfrm>
            <a:off x="8514031" y="2715265"/>
            <a:ext cx="2435382" cy="2408221"/>
          </a:xfrm>
          <a:prstGeom prst="rect">
            <a:avLst/>
          </a:prstGeom>
        </p:spPr>
      </p:pic>
      <p:sp>
        <p:nvSpPr>
          <p:cNvPr id="12" name="Rounded Rectangle 11">
            <a:extLst>
              <a:ext uri="{FF2B5EF4-FFF2-40B4-BE49-F238E27FC236}">
                <a16:creationId xmlns:a16="http://schemas.microsoft.com/office/drawing/2014/main" id="{CCBA7B4B-C625-D93E-ACC7-46052D4AE73B}"/>
              </a:ext>
            </a:extLst>
          </p:cNvPr>
          <p:cNvSpPr/>
          <p:nvPr/>
        </p:nvSpPr>
        <p:spPr>
          <a:xfrm>
            <a:off x="8400861" y="4749216"/>
            <a:ext cx="2661719"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44C78A2-F101-7091-0E5B-A953950080A9}"/>
              </a:ext>
            </a:extLst>
          </p:cNvPr>
          <p:cNvSpPr txBox="1"/>
          <p:nvPr/>
        </p:nvSpPr>
        <p:spPr>
          <a:xfrm>
            <a:off x="7594829" y="5213412"/>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7 is 4</a:t>
            </a:r>
            <a:r>
              <a:rPr lang="en-US" dirty="0"/>
              <a:t>, which is the sum of row zero in the adjacency matrix</a:t>
            </a:r>
          </a:p>
        </p:txBody>
      </p:sp>
    </p:spTree>
    <p:extLst>
      <p:ext uri="{BB962C8B-B14F-4D97-AF65-F5344CB8AC3E}">
        <p14:creationId xmlns:p14="http://schemas.microsoft.com/office/powerpoint/2010/main" val="172447133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96ED1-E7F0-D568-B1E0-DB2AD0989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831A4-613A-9AA8-86D5-82DE2A514ACF}"/>
              </a:ext>
            </a:extLst>
          </p:cNvPr>
          <p:cNvSpPr>
            <a:spLocks noGrp="1"/>
          </p:cNvSpPr>
          <p:nvPr>
            <p:ph type="title"/>
          </p:nvPr>
        </p:nvSpPr>
        <p:spPr/>
        <p:txBody>
          <a:bodyPr/>
          <a:lstStyle/>
          <a:p>
            <a:r>
              <a:rPr lang="en-US" dirty="0"/>
              <a:t>Node degree from adjacency list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648BA5-EEED-BFF2-AB9B-07D05F6E9D8C}"/>
                  </a:ext>
                </a:extLst>
              </p:cNvPr>
              <p:cNvSpPr>
                <a:spLocks noGrp="1"/>
              </p:cNvSpPr>
              <p:nvPr>
                <p:ph idx="1"/>
              </p:nvPr>
            </p:nvSpPr>
            <p:spPr>
              <a:xfrm>
                <a:off x="1143000" y="1188720"/>
                <a:ext cx="5810061" cy="3752630"/>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457200" indent="-457200">
                  <a:buFont typeface="Arial" panose="020B0604020202020204" pitchFamily="34" charset="0"/>
                  <a:buChar char="•"/>
                </a:pPr>
                <a:r>
                  <a:rPr lang="en-US" dirty="0"/>
                  <a:t>Adjacency list representation</a:t>
                </a:r>
              </a:p>
              <a:p>
                <a:pPr marL="917575" lvl="1" indent="-457200">
                  <a:buFont typeface="+mj-lt"/>
                  <a:buAutoNum type="arabicPeriod"/>
                </a:pPr>
                <a:r>
                  <a:rPr lang="en-US" dirty="0"/>
                  <a:t>Access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a:t> list (or </a:t>
                </a:r>
                <a:r>
                  <a:rPr lang="en-US" dirty="0" err="1"/>
                  <a:t>dict</a:t>
                </a:r>
                <a:r>
                  <a:rPr lang="en-US" dirty="0"/>
                  <a:t>) entry</a:t>
                </a:r>
              </a:p>
              <a:p>
                <a:pPr marL="917575" lvl="1" indent="-457200">
                  <a:buFont typeface="+mj-lt"/>
                  <a:buAutoNum type="arabicPeriod"/>
                </a:pPr>
                <a:r>
                  <a:rPr lang="en-US" dirty="0"/>
                  <a:t>Obtain list length (e.g.,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(AL(</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in Python)</a:t>
                </a:r>
                <a:endParaRPr lang="en-US" dirty="0"/>
              </a:p>
              <a:p>
                <a:endParaRPr lang="en-US" dirty="0"/>
              </a:p>
            </p:txBody>
          </p:sp>
        </mc:Choice>
        <mc:Fallback xmlns="">
          <p:sp>
            <p:nvSpPr>
              <p:cNvPr id="3" name="Content Placeholder 2">
                <a:extLst>
                  <a:ext uri="{FF2B5EF4-FFF2-40B4-BE49-F238E27FC236}">
                    <a16:creationId xmlns:a16="http://schemas.microsoft.com/office/drawing/2014/main" id="{D8648BA5-EEED-BFF2-AB9B-07D05F6E9D8C}"/>
                  </a:ext>
                </a:extLst>
              </p:cNvPr>
              <p:cNvSpPr>
                <a:spLocks noGrp="1" noRot="1" noChangeAspect="1" noMove="1" noResize="1" noEditPoints="1" noAdjustHandles="1" noChangeArrowheads="1" noChangeShapeType="1" noTextEdit="1"/>
              </p:cNvSpPr>
              <p:nvPr>
                <p:ph idx="1"/>
              </p:nvPr>
            </p:nvSpPr>
            <p:spPr>
              <a:xfrm>
                <a:off x="1143000" y="1188720"/>
                <a:ext cx="5810061" cy="3752630"/>
              </a:xfrm>
              <a:blipFill>
                <a:blip r:embed="rId2"/>
                <a:stretch>
                  <a:fillRect l="-3057" t="-3367" r="-305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B7B79FD-74C8-6DAE-B8AD-7375D5FF546B}"/>
              </a:ext>
            </a:extLst>
          </p:cNvPr>
          <p:cNvSpPr txBox="1"/>
          <p:nvPr/>
        </p:nvSpPr>
        <p:spPr>
          <a:xfrm>
            <a:off x="1143000" y="6323939"/>
            <a:ext cx="9540089" cy="307777"/>
          </a:xfrm>
          <a:prstGeom prst="rect">
            <a:avLst/>
          </a:prstGeom>
          <a:noFill/>
        </p:spPr>
        <p:txBody>
          <a:bodyPr wrap="square" rtlCol="0">
            <a:spAutoFit/>
          </a:bodyPr>
          <a:lstStyle/>
          <a:p>
            <a:r>
              <a:rPr lang="en-US" sz="1400" dirty="0"/>
              <a:t>*Python (like other modern programming languages) stores arrays as contiguous blocks in memory </a:t>
            </a:r>
          </a:p>
        </p:txBody>
      </p:sp>
      <p:pic>
        <p:nvPicPr>
          <p:cNvPr id="8" name="Graphic 7">
            <a:extLst>
              <a:ext uri="{FF2B5EF4-FFF2-40B4-BE49-F238E27FC236}">
                <a16:creationId xmlns:a16="http://schemas.microsoft.com/office/drawing/2014/main" id="{C5349A30-109E-2038-5657-F39DEFA82596}"/>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pic>
        <p:nvPicPr>
          <p:cNvPr id="10" name="Graphic 9">
            <a:extLst>
              <a:ext uri="{FF2B5EF4-FFF2-40B4-BE49-F238E27FC236}">
                <a16:creationId xmlns:a16="http://schemas.microsoft.com/office/drawing/2014/main" id="{A5374D42-A258-ED3E-5E3A-346F7325C0EF}"/>
              </a:ext>
            </a:extLst>
          </p:cNvPr>
          <p:cNvPicPr>
            <a:picLocks noChangeAspect="1"/>
          </p:cNvPicPr>
          <p:nvPr/>
        </p:nvPicPr>
        <p:blipFill>
          <a:blip r:embed="rId5">
            <a:extLst>
              <a:ext uri="{96DAC541-7B7A-43D3-8B79-37D633B846F1}">
                <asvg:svgBlip xmlns:asvg="http://schemas.microsoft.com/office/drawing/2016/SVG/main" r:embed="rId6"/>
              </a:ext>
            </a:extLst>
          </a:blip>
          <a:srcRect l="55188" t="12751" r="33525" b="36159"/>
          <a:stretch>
            <a:fillRect/>
          </a:stretch>
        </p:blipFill>
        <p:spPr>
          <a:xfrm>
            <a:off x="8658886" y="2712901"/>
            <a:ext cx="1308979" cy="2962428"/>
          </a:xfrm>
          <a:prstGeom prst="rect">
            <a:avLst/>
          </a:prstGeom>
        </p:spPr>
      </p:pic>
      <p:grpSp>
        <p:nvGrpSpPr>
          <p:cNvPr id="13" name="Group 12">
            <a:extLst>
              <a:ext uri="{FF2B5EF4-FFF2-40B4-BE49-F238E27FC236}">
                <a16:creationId xmlns:a16="http://schemas.microsoft.com/office/drawing/2014/main" id="{544775E9-A5E1-73A6-30B3-AC719FAF89B3}"/>
              </a:ext>
            </a:extLst>
          </p:cNvPr>
          <p:cNvGrpSpPr/>
          <p:nvPr/>
        </p:nvGrpSpPr>
        <p:grpSpPr>
          <a:xfrm>
            <a:off x="7535981" y="2766271"/>
            <a:ext cx="4273785" cy="3555389"/>
            <a:chOff x="7535981" y="2766271"/>
            <a:chExt cx="4273785" cy="3555389"/>
          </a:xfrm>
        </p:grpSpPr>
        <p:sp>
          <p:nvSpPr>
            <p:cNvPr id="11" name="Rounded Rectangle 10">
              <a:extLst>
                <a:ext uri="{FF2B5EF4-FFF2-40B4-BE49-F238E27FC236}">
                  <a16:creationId xmlns:a16="http://schemas.microsoft.com/office/drawing/2014/main" id="{E2A64E1B-6FC4-9A3F-F677-C54C35AB17D0}"/>
                </a:ext>
              </a:extLst>
            </p:cNvPr>
            <p:cNvSpPr/>
            <p:nvPr/>
          </p:nvSpPr>
          <p:spPr>
            <a:xfrm>
              <a:off x="9007444" y="2766271"/>
              <a:ext cx="960421"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B6D7B13-D094-1236-4034-98985202E983}"/>
                </a:ext>
              </a:extLst>
            </p:cNvPr>
            <p:cNvSpPr txBox="1"/>
            <p:nvPr/>
          </p:nvSpPr>
          <p:spPr>
            <a:xfrm>
              <a:off x="7535981" y="5675329"/>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0 is 2</a:t>
              </a:r>
              <a:r>
                <a:rPr lang="en-US" dirty="0"/>
                <a:t>, which is the length of the list for node 0</a:t>
              </a:r>
            </a:p>
          </p:txBody>
        </p:sp>
      </p:grpSp>
    </p:spTree>
    <p:extLst>
      <p:ext uri="{BB962C8B-B14F-4D97-AF65-F5344CB8AC3E}">
        <p14:creationId xmlns:p14="http://schemas.microsoft.com/office/powerpoint/2010/main" val="731415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B8110-532C-1205-397D-C1384A187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0B7F4-FBB4-085F-8AF3-6624079B412A}"/>
              </a:ext>
            </a:extLst>
          </p:cNvPr>
          <p:cNvSpPr>
            <a:spLocks noGrp="1"/>
          </p:cNvSpPr>
          <p:nvPr>
            <p:ph type="title"/>
          </p:nvPr>
        </p:nvSpPr>
        <p:spPr/>
        <p:txBody>
          <a:bodyPr/>
          <a:lstStyle/>
          <a:p>
            <a:r>
              <a:rPr lang="en-US" dirty="0"/>
              <a:t>Node degree from adjacency list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A33915-343B-64CA-34D0-BB130654210E}"/>
                  </a:ext>
                </a:extLst>
              </p:cNvPr>
              <p:cNvSpPr>
                <a:spLocks noGrp="1"/>
              </p:cNvSpPr>
              <p:nvPr>
                <p:ph idx="1"/>
              </p:nvPr>
            </p:nvSpPr>
            <p:spPr>
              <a:xfrm>
                <a:off x="1143000" y="1188720"/>
                <a:ext cx="5810061" cy="3752630"/>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457200" indent="-457200">
                  <a:buFont typeface="Arial" panose="020B0604020202020204" pitchFamily="34" charset="0"/>
                  <a:buChar char="•"/>
                </a:pPr>
                <a:r>
                  <a:rPr lang="en-US" dirty="0"/>
                  <a:t>Adjacency list representation</a:t>
                </a:r>
              </a:p>
              <a:p>
                <a:pPr marL="917575" lvl="1" indent="-457200">
                  <a:buFont typeface="+mj-lt"/>
                  <a:buAutoNum type="arabicPeriod"/>
                </a:pPr>
                <a:r>
                  <a:rPr lang="en-US" dirty="0"/>
                  <a:t>Access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a:t> list (or </a:t>
                </a:r>
                <a:r>
                  <a:rPr lang="en-US" dirty="0" err="1"/>
                  <a:t>dict</a:t>
                </a:r>
                <a:r>
                  <a:rPr lang="en-US" dirty="0"/>
                  <a:t>) entry</a:t>
                </a:r>
              </a:p>
              <a:p>
                <a:pPr marL="917575" lvl="1" indent="-457200">
                  <a:buFont typeface="+mj-lt"/>
                  <a:buAutoNum type="arabicPeriod"/>
                </a:pPr>
                <a:r>
                  <a:rPr lang="en-US" dirty="0"/>
                  <a:t>Obtain list length (e.g.,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(AL(</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in Python)</a:t>
                </a:r>
                <a:endParaRPr lang="en-US" dirty="0"/>
              </a:p>
              <a:p>
                <a:endParaRPr lang="en-US" dirty="0"/>
              </a:p>
            </p:txBody>
          </p:sp>
        </mc:Choice>
        <mc:Fallback xmlns="">
          <p:sp>
            <p:nvSpPr>
              <p:cNvPr id="3" name="Content Placeholder 2">
                <a:extLst>
                  <a:ext uri="{FF2B5EF4-FFF2-40B4-BE49-F238E27FC236}">
                    <a16:creationId xmlns:a16="http://schemas.microsoft.com/office/drawing/2014/main" id="{31A33915-343B-64CA-34D0-BB130654210E}"/>
                  </a:ext>
                </a:extLst>
              </p:cNvPr>
              <p:cNvSpPr>
                <a:spLocks noGrp="1" noRot="1" noChangeAspect="1" noMove="1" noResize="1" noEditPoints="1" noAdjustHandles="1" noChangeArrowheads="1" noChangeShapeType="1" noTextEdit="1"/>
              </p:cNvSpPr>
              <p:nvPr>
                <p:ph idx="1"/>
              </p:nvPr>
            </p:nvSpPr>
            <p:spPr>
              <a:xfrm>
                <a:off x="1143000" y="1188720"/>
                <a:ext cx="5810061" cy="3752630"/>
              </a:xfrm>
              <a:blipFill>
                <a:blip r:embed="rId2"/>
                <a:stretch>
                  <a:fillRect l="-3057" t="-3367" r="-305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2E33485-0E57-E783-2D7C-6A09454ECD11}"/>
              </a:ext>
            </a:extLst>
          </p:cNvPr>
          <p:cNvSpPr txBox="1"/>
          <p:nvPr/>
        </p:nvSpPr>
        <p:spPr>
          <a:xfrm>
            <a:off x="1143000" y="6323939"/>
            <a:ext cx="9540089" cy="307777"/>
          </a:xfrm>
          <a:prstGeom prst="rect">
            <a:avLst/>
          </a:prstGeom>
          <a:noFill/>
        </p:spPr>
        <p:txBody>
          <a:bodyPr wrap="square" rtlCol="0">
            <a:spAutoFit/>
          </a:bodyPr>
          <a:lstStyle/>
          <a:p>
            <a:r>
              <a:rPr lang="en-US" sz="1400" dirty="0"/>
              <a:t>*Python (like other modern programming languages) stores arrays as contiguous blocks in memory </a:t>
            </a:r>
          </a:p>
        </p:txBody>
      </p:sp>
      <p:pic>
        <p:nvPicPr>
          <p:cNvPr id="8" name="Graphic 7">
            <a:extLst>
              <a:ext uri="{FF2B5EF4-FFF2-40B4-BE49-F238E27FC236}">
                <a16:creationId xmlns:a16="http://schemas.microsoft.com/office/drawing/2014/main" id="{3785A126-A762-26C0-24B4-C12BB44F538A}"/>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pic>
        <p:nvPicPr>
          <p:cNvPr id="10" name="Graphic 9">
            <a:extLst>
              <a:ext uri="{FF2B5EF4-FFF2-40B4-BE49-F238E27FC236}">
                <a16:creationId xmlns:a16="http://schemas.microsoft.com/office/drawing/2014/main" id="{EEB9F5DD-BA56-4092-29F2-E046B953014C}"/>
              </a:ext>
            </a:extLst>
          </p:cNvPr>
          <p:cNvPicPr>
            <a:picLocks noChangeAspect="1"/>
          </p:cNvPicPr>
          <p:nvPr/>
        </p:nvPicPr>
        <p:blipFill>
          <a:blip r:embed="rId5">
            <a:extLst>
              <a:ext uri="{96DAC541-7B7A-43D3-8B79-37D633B846F1}">
                <asvg:svgBlip xmlns:asvg="http://schemas.microsoft.com/office/drawing/2016/SVG/main" r:embed="rId6"/>
              </a:ext>
            </a:extLst>
          </a:blip>
          <a:srcRect l="55188" t="12751" r="33525" b="36159"/>
          <a:stretch>
            <a:fillRect/>
          </a:stretch>
        </p:blipFill>
        <p:spPr>
          <a:xfrm>
            <a:off x="8658886" y="2712901"/>
            <a:ext cx="1308979" cy="2962428"/>
          </a:xfrm>
          <a:prstGeom prst="rect">
            <a:avLst/>
          </a:prstGeom>
        </p:spPr>
      </p:pic>
      <p:sp>
        <p:nvSpPr>
          <p:cNvPr id="11" name="Rounded Rectangle 10">
            <a:extLst>
              <a:ext uri="{FF2B5EF4-FFF2-40B4-BE49-F238E27FC236}">
                <a16:creationId xmlns:a16="http://schemas.microsoft.com/office/drawing/2014/main" id="{CF39C924-7723-9512-4C95-C5B61CE470F6}"/>
              </a:ext>
            </a:extLst>
          </p:cNvPr>
          <p:cNvSpPr/>
          <p:nvPr/>
        </p:nvSpPr>
        <p:spPr>
          <a:xfrm>
            <a:off x="9007444" y="3846592"/>
            <a:ext cx="960421"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B4355FA-AE00-2567-C99C-91339CF8712C}"/>
              </a:ext>
            </a:extLst>
          </p:cNvPr>
          <p:cNvSpPr txBox="1"/>
          <p:nvPr/>
        </p:nvSpPr>
        <p:spPr>
          <a:xfrm>
            <a:off x="7535981" y="5675329"/>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3 is 1</a:t>
            </a:r>
            <a:r>
              <a:rPr lang="en-US" dirty="0"/>
              <a:t>, which is the length of the list for node 0</a:t>
            </a:r>
          </a:p>
        </p:txBody>
      </p:sp>
    </p:spTree>
    <p:extLst>
      <p:ext uri="{BB962C8B-B14F-4D97-AF65-F5344CB8AC3E}">
        <p14:creationId xmlns:p14="http://schemas.microsoft.com/office/powerpoint/2010/main" val="8414763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140A-CE45-9DA6-AE08-03C2D8ED2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068CE-3588-B329-3D1E-6957FF65463B}"/>
              </a:ext>
            </a:extLst>
          </p:cNvPr>
          <p:cNvSpPr>
            <a:spLocks noGrp="1"/>
          </p:cNvSpPr>
          <p:nvPr>
            <p:ph type="title"/>
          </p:nvPr>
        </p:nvSpPr>
        <p:spPr/>
        <p:txBody>
          <a:bodyPr/>
          <a:lstStyle/>
          <a:p>
            <a:r>
              <a:rPr lang="en-US" dirty="0"/>
              <a:t>Node degree from adjacency list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57EEBE-F1C0-45D1-EF93-A78944AD3225}"/>
                  </a:ext>
                </a:extLst>
              </p:cNvPr>
              <p:cNvSpPr>
                <a:spLocks noGrp="1"/>
              </p:cNvSpPr>
              <p:nvPr>
                <p:ph idx="1"/>
              </p:nvPr>
            </p:nvSpPr>
            <p:spPr>
              <a:xfrm>
                <a:off x="1143000" y="1188720"/>
                <a:ext cx="5810061" cy="3752630"/>
              </a:xfrm>
            </p:spPr>
            <p:txBody>
              <a:bodyPr/>
              <a:lstStyle/>
              <a:p>
                <a:pPr marL="342900" indent="-342900">
                  <a:buFont typeface="Arial" panose="020B0604020202020204" pitchFamily="34" charset="0"/>
                  <a:buChar char="•"/>
                </a:pPr>
                <a:r>
                  <a:rPr lang="en-US" dirty="0"/>
                  <a:t>Node degree is the number of edges connected to the node</a:t>
                </a:r>
              </a:p>
              <a:p>
                <a:pPr marL="342900" indent="-342900">
                  <a:buFont typeface="Arial" panose="020B0604020202020204" pitchFamily="34" charset="0"/>
                  <a:buChar char="•"/>
                </a:pPr>
                <a:r>
                  <a:rPr lang="en-US" dirty="0"/>
                  <a:t>The algorithm (and complexity) depend on the data structure</a:t>
                </a:r>
              </a:p>
              <a:p>
                <a:pPr marL="342900" indent="-342900">
                  <a:buFont typeface="Arial" panose="020B0604020202020204" pitchFamily="34" charset="0"/>
                  <a:buChar char="•"/>
                </a:pPr>
                <a:r>
                  <a:rPr lang="en-US" dirty="0"/>
                  <a:t>Consider node with index </a:t>
                </a:r>
                <a14:m>
                  <m:oMath xmlns:m="http://schemas.openxmlformats.org/officeDocument/2006/math">
                    <m:r>
                      <a:rPr lang="en-US" b="0" i="1" smtClean="0">
                        <a:latin typeface="Cambria Math" panose="02040503050406030204" pitchFamily="18" charset="0"/>
                      </a:rPr>
                      <m:t>𝑖</m:t>
                    </m:r>
                  </m:oMath>
                </a14:m>
                <a:endParaRPr lang="en-US" dirty="0"/>
              </a:p>
              <a:p>
                <a:pPr marL="457200" indent="-457200">
                  <a:buFont typeface="Arial" panose="020B0604020202020204" pitchFamily="34" charset="0"/>
                  <a:buChar char="•"/>
                </a:pPr>
                <a:r>
                  <a:rPr lang="en-US" dirty="0"/>
                  <a:t>Adjacency list representation</a:t>
                </a:r>
              </a:p>
              <a:p>
                <a:pPr marL="917575" lvl="1" indent="-457200">
                  <a:buFont typeface="+mj-lt"/>
                  <a:buAutoNum type="arabicPeriod"/>
                </a:pPr>
                <a:r>
                  <a:rPr lang="en-US" dirty="0"/>
                  <a:t>Access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a:t> list (or </a:t>
                </a:r>
                <a:r>
                  <a:rPr lang="en-US" dirty="0" err="1"/>
                  <a:t>dict</a:t>
                </a:r>
                <a:r>
                  <a:rPr lang="en-US" dirty="0"/>
                  <a:t>) entry</a:t>
                </a:r>
              </a:p>
              <a:p>
                <a:pPr marL="917575" lvl="1" indent="-457200">
                  <a:buFont typeface="+mj-lt"/>
                  <a:buAutoNum type="arabicPeriod"/>
                </a:pPr>
                <a:r>
                  <a:rPr lang="en-US" dirty="0"/>
                  <a:t>Obtain list length (e.g.,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(AL(</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in Python)</a:t>
                </a:r>
                <a:endParaRPr lang="en-US" dirty="0"/>
              </a:p>
              <a:p>
                <a:endParaRPr lang="en-US" dirty="0"/>
              </a:p>
            </p:txBody>
          </p:sp>
        </mc:Choice>
        <mc:Fallback xmlns="">
          <p:sp>
            <p:nvSpPr>
              <p:cNvPr id="3" name="Content Placeholder 2">
                <a:extLst>
                  <a:ext uri="{FF2B5EF4-FFF2-40B4-BE49-F238E27FC236}">
                    <a16:creationId xmlns:a16="http://schemas.microsoft.com/office/drawing/2014/main" id="{7657EEBE-F1C0-45D1-EF93-A78944AD3225}"/>
                  </a:ext>
                </a:extLst>
              </p:cNvPr>
              <p:cNvSpPr>
                <a:spLocks noGrp="1" noRot="1" noChangeAspect="1" noMove="1" noResize="1" noEditPoints="1" noAdjustHandles="1" noChangeArrowheads="1" noChangeShapeType="1" noTextEdit="1"/>
              </p:cNvSpPr>
              <p:nvPr>
                <p:ph idx="1"/>
              </p:nvPr>
            </p:nvSpPr>
            <p:spPr>
              <a:xfrm>
                <a:off x="1143000" y="1188720"/>
                <a:ext cx="5810061" cy="3752630"/>
              </a:xfrm>
              <a:blipFill>
                <a:blip r:embed="rId2"/>
                <a:stretch>
                  <a:fillRect l="-3057" t="-3367" r="-305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DAA2AA6-6199-C052-E93D-82DFBD574045}"/>
              </a:ext>
            </a:extLst>
          </p:cNvPr>
          <p:cNvSpPr txBox="1"/>
          <p:nvPr/>
        </p:nvSpPr>
        <p:spPr>
          <a:xfrm>
            <a:off x="1143000" y="6323939"/>
            <a:ext cx="9540089" cy="307777"/>
          </a:xfrm>
          <a:prstGeom prst="rect">
            <a:avLst/>
          </a:prstGeom>
          <a:noFill/>
        </p:spPr>
        <p:txBody>
          <a:bodyPr wrap="square" rtlCol="0">
            <a:spAutoFit/>
          </a:bodyPr>
          <a:lstStyle/>
          <a:p>
            <a:r>
              <a:rPr lang="en-US" sz="1400" dirty="0"/>
              <a:t>*Python (like other modern programming languages) stores arrays as contiguous blocks in memory </a:t>
            </a:r>
          </a:p>
        </p:txBody>
      </p:sp>
      <p:pic>
        <p:nvPicPr>
          <p:cNvPr id="8" name="Graphic 7">
            <a:extLst>
              <a:ext uri="{FF2B5EF4-FFF2-40B4-BE49-F238E27FC236}">
                <a16:creationId xmlns:a16="http://schemas.microsoft.com/office/drawing/2014/main" id="{0D22AB1F-B85E-3FDD-F084-EABB0066EA51}"/>
              </a:ext>
            </a:extLst>
          </p:cNvPr>
          <p:cNvPicPr>
            <a:picLocks noChangeAspect="1"/>
          </p:cNvPicPr>
          <p:nvPr/>
        </p:nvPicPr>
        <p:blipFill>
          <a:blip r:embed="rId3">
            <a:extLst>
              <a:ext uri="{96DAC541-7B7A-43D3-8B79-37D633B846F1}">
                <asvg:svgBlip xmlns:asvg="http://schemas.microsoft.com/office/drawing/2016/SVG/main" r:embed="rId4"/>
              </a:ext>
            </a:extLst>
          </a:blip>
          <a:srcRect l="10040" t="26060" r="63347" b="25228"/>
          <a:stretch>
            <a:fillRect/>
          </a:stretch>
        </p:blipFill>
        <p:spPr>
          <a:xfrm>
            <a:off x="8658886" y="643818"/>
            <a:ext cx="2027976" cy="1855962"/>
          </a:xfrm>
          <a:prstGeom prst="rect">
            <a:avLst/>
          </a:prstGeom>
        </p:spPr>
      </p:pic>
      <p:pic>
        <p:nvPicPr>
          <p:cNvPr id="10" name="Graphic 9">
            <a:extLst>
              <a:ext uri="{FF2B5EF4-FFF2-40B4-BE49-F238E27FC236}">
                <a16:creationId xmlns:a16="http://schemas.microsoft.com/office/drawing/2014/main" id="{B6C3401F-4C1A-FC8F-6188-B2AB1CA8DC77}"/>
              </a:ext>
            </a:extLst>
          </p:cNvPr>
          <p:cNvPicPr>
            <a:picLocks noChangeAspect="1"/>
          </p:cNvPicPr>
          <p:nvPr/>
        </p:nvPicPr>
        <p:blipFill>
          <a:blip r:embed="rId5">
            <a:extLst>
              <a:ext uri="{96DAC541-7B7A-43D3-8B79-37D633B846F1}">
                <asvg:svgBlip xmlns:asvg="http://schemas.microsoft.com/office/drawing/2016/SVG/main" r:embed="rId6"/>
              </a:ext>
            </a:extLst>
          </a:blip>
          <a:srcRect l="55188" t="12751" r="33525" b="36159"/>
          <a:stretch>
            <a:fillRect/>
          </a:stretch>
        </p:blipFill>
        <p:spPr>
          <a:xfrm>
            <a:off x="8658886" y="2712901"/>
            <a:ext cx="1308979" cy="2962428"/>
          </a:xfrm>
          <a:prstGeom prst="rect">
            <a:avLst/>
          </a:prstGeom>
        </p:spPr>
      </p:pic>
      <p:sp>
        <p:nvSpPr>
          <p:cNvPr id="11" name="Rounded Rectangle 10">
            <a:extLst>
              <a:ext uri="{FF2B5EF4-FFF2-40B4-BE49-F238E27FC236}">
                <a16:creationId xmlns:a16="http://schemas.microsoft.com/office/drawing/2014/main" id="{8824B4D5-A03F-8040-8C85-62116104E4F7}"/>
              </a:ext>
            </a:extLst>
          </p:cNvPr>
          <p:cNvSpPr/>
          <p:nvPr/>
        </p:nvSpPr>
        <p:spPr>
          <a:xfrm>
            <a:off x="9007444" y="5312826"/>
            <a:ext cx="960421"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C0D8835-A083-04AF-1DC4-339B8988AC68}"/>
              </a:ext>
            </a:extLst>
          </p:cNvPr>
          <p:cNvSpPr txBox="1"/>
          <p:nvPr/>
        </p:nvSpPr>
        <p:spPr>
          <a:xfrm>
            <a:off x="7535981" y="5675329"/>
            <a:ext cx="427378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Node </a:t>
            </a:r>
            <a:r>
              <a:rPr lang="en-US" b="1" dirty="0">
                <a:solidFill>
                  <a:schemeClr val="accent2">
                    <a:lumMod val="75000"/>
                  </a:schemeClr>
                </a:solidFill>
              </a:rPr>
              <a:t>degree for node 7 is 4</a:t>
            </a:r>
            <a:r>
              <a:rPr lang="en-US" dirty="0"/>
              <a:t>, which is the length of the list for node 0</a:t>
            </a:r>
          </a:p>
        </p:txBody>
      </p:sp>
    </p:spTree>
    <p:extLst>
      <p:ext uri="{BB962C8B-B14F-4D97-AF65-F5344CB8AC3E}">
        <p14:creationId xmlns:p14="http://schemas.microsoft.com/office/powerpoint/2010/main" val="14548974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67B9-AAE0-515A-A34D-30E121D1B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62F5E-F5EE-FBCB-47C6-1B65124EE522}"/>
              </a:ext>
            </a:extLst>
          </p:cNvPr>
          <p:cNvSpPr>
            <a:spLocks noGrp="1"/>
          </p:cNvSpPr>
          <p:nvPr>
            <p:ph type="title"/>
          </p:nvPr>
        </p:nvSpPr>
        <p:spPr/>
        <p:txBody>
          <a:bodyPr/>
          <a:lstStyle/>
          <a:p>
            <a:r>
              <a:rPr lang="en-US" dirty="0"/>
              <a:t>Node degree complexity is affected by representation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DAFE03-F4FA-C4A5-4260-E2E89164EF78}"/>
                  </a:ext>
                </a:extLst>
              </p:cNvPr>
              <p:cNvSpPr>
                <a:spLocks noGrp="1"/>
              </p:cNvSpPr>
              <p:nvPr>
                <p:ph idx="1"/>
              </p:nvPr>
            </p:nvSpPr>
            <p:spPr>
              <a:xfrm>
                <a:off x="1143000" y="1188720"/>
                <a:ext cx="5810061" cy="3659271"/>
              </a:xfrm>
            </p:spPr>
            <p:txBody>
              <a:bodyPr/>
              <a:lstStyle/>
              <a:p>
                <a:pPr marL="342900" indent="-342900">
                  <a:buFont typeface="Arial" panose="020B0604020202020204" pitchFamily="34" charset="0"/>
                  <a:buChar char="•"/>
                </a:pPr>
                <a:r>
                  <a:rPr lang="en-US" dirty="0"/>
                  <a:t>Adjacency matrix representation algorithm</a:t>
                </a:r>
              </a:p>
              <a:p>
                <a:pPr marL="917575" lvl="1" indent="-457200">
                  <a:buFont typeface="+mj-lt"/>
                  <a:buAutoNum type="arabicPeriod"/>
                </a:pPr>
                <a:r>
                  <a:rPr lang="en-US" dirty="0"/>
                  <a:t>*Access row </a:t>
                </a:r>
                <a14:m>
                  <m:oMath xmlns:m="http://schemas.openxmlformats.org/officeDocument/2006/math">
                    <m:r>
                      <a:rPr lang="en-US" i="1">
                        <a:latin typeface="Cambria Math" panose="02040503050406030204" pitchFamily="18" charset="0"/>
                      </a:rPr>
                      <m:t>𝑖</m:t>
                    </m:r>
                  </m:oMath>
                </a14:m>
                <a:r>
                  <a:rPr lang="en-US" dirty="0"/>
                  <a:t> which is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endParaRPr lang="en-US" dirty="0"/>
              </a:p>
              <a:p>
                <a:pPr marL="917575" lvl="1" indent="-457200">
                  <a:buFont typeface="+mj-lt"/>
                  <a:buAutoNum type="arabicPeriod"/>
                </a:pPr>
                <a:r>
                  <a:rPr lang="en-US" dirty="0"/>
                  <a:t>Iterate over the row elements and count non-zero entries (sum for unweighted networks) which is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marL="457200" indent="-457200">
                  <a:buFont typeface="Arial" panose="020B0604020202020204" pitchFamily="34" charset="0"/>
                  <a:buChar char="•"/>
                </a:pPr>
                <a:r>
                  <a:rPr lang="en-US" dirty="0"/>
                  <a:t>Adjacency list representation</a:t>
                </a:r>
              </a:p>
              <a:p>
                <a:pPr marL="917575" lvl="1" indent="-457200">
                  <a:buFont typeface="+mj-lt"/>
                  <a:buAutoNum type="arabicPeriod"/>
                </a:pPr>
                <a:r>
                  <a:rPr lang="en-US" dirty="0"/>
                  <a:t>Access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a:t> list (or </a:t>
                </a:r>
                <a:r>
                  <a:rPr lang="en-US" dirty="0" err="1"/>
                  <a:t>dict</a:t>
                </a:r>
                <a:r>
                  <a:rPr lang="en-US" dirty="0"/>
                  <a:t>) entry which is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dirty="0"/>
              </a:p>
              <a:p>
                <a:pPr marL="917575" lvl="1" indent="-457200">
                  <a:buFont typeface="+mj-lt"/>
                  <a:buAutoNum type="arabicPeriod"/>
                </a:pPr>
                <a:r>
                  <a:rPr lang="en-US" dirty="0"/>
                  <a:t>Obtain list length (e.g., </a:t>
                </a:r>
                <a:r>
                  <a:rPr lang="en-US" dirty="0" err="1">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(AL(</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r>
                  <a:rPr lang="en-US" dirty="0">
                    <a:cs typeface="Courier New" panose="02070309020205020404" pitchFamily="49" charset="0"/>
                  </a:rPr>
                  <a:t> in Python) </a:t>
                </a:r>
                <a:r>
                  <a:rPr lang="en-US" dirty="0"/>
                  <a:t>which is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1</m:t>
                        </m:r>
                      </m:e>
                    </m:d>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FADAFE03-F4FA-C4A5-4260-E2E89164EF78}"/>
                  </a:ext>
                </a:extLst>
              </p:cNvPr>
              <p:cNvSpPr>
                <a:spLocks noGrp="1" noRot="1" noChangeAspect="1" noMove="1" noResize="1" noEditPoints="1" noAdjustHandles="1" noChangeArrowheads="1" noChangeShapeType="1" noTextEdit="1"/>
              </p:cNvSpPr>
              <p:nvPr>
                <p:ph idx="1"/>
              </p:nvPr>
            </p:nvSpPr>
            <p:spPr>
              <a:xfrm>
                <a:off x="1143000" y="1188720"/>
                <a:ext cx="5810061" cy="3659271"/>
              </a:xfrm>
              <a:blipFill>
                <a:blip r:embed="rId2"/>
                <a:stretch>
                  <a:fillRect l="-3057" t="-3460" r="-240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BA3A70B-3161-9B47-50C8-3A5D228F71B2}"/>
              </a:ext>
            </a:extLst>
          </p:cNvPr>
          <p:cNvSpPr txBox="1"/>
          <p:nvPr/>
        </p:nvSpPr>
        <p:spPr>
          <a:xfrm>
            <a:off x="1143000" y="6323939"/>
            <a:ext cx="9540089" cy="307777"/>
          </a:xfrm>
          <a:prstGeom prst="rect">
            <a:avLst/>
          </a:prstGeom>
          <a:noFill/>
        </p:spPr>
        <p:txBody>
          <a:bodyPr wrap="square" rtlCol="0">
            <a:spAutoFit/>
          </a:bodyPr>
          <a:lstStyle/>
          <a:p>
            <a:r>
              <a:rPr lang="en-US" sz="1400" dirty="0"/>
              <a:t>*Python (like other modern programming languages) stores arrays as contiguous blocks in memory </a:t>
            </a:r>
          </a:p>
        </p:txBody>
      </p:sp>
      <p:grpSp>
        <p:nvGrpSpPr>
          <p:cNvPr id="7" name="Group 6">
            <a:extLst>
              <a:ext uri="{FF2B5EF4-FFF2-40B4-BE49-F238E27FC236}">
                <a16:creationId xmlns:a16="http://schemas.microsoft.com/office/drawing/2014/main" id="{D8223E84-9E54-B86F-C0AB-A3A36CD93BF8}"/>
              </a:ext>
            </a:extLst>
          </p:cNvPr>
          <p:cNvGrpSpPr/>
          <p:nvPr/>
        </p:nvGrpSpPr>
        <p:grpSpPr>
          <a:xfrm>
            <a:off x="7083561" y="1188720"/>
            <a:ext cx="4942112" cy="4446661"/>
            <a:chOff x="7083561" y="1188720"/>
            <a:chExt cx="4942112" cy="4446661"/>
          </a:xfrm>
        </p:grpSpPr>
        <p:pic>
          <p:nvPicPr>
            <p:cNvPr id="5" name="Picture 4" descr="Graph of average node degree calculation time vs. number of nodes using adjacency matrix vs. adjacency list representation">
              <a:extLst>
                <a:ext uri="{FF2B5EF4-FFF2-40B4-BE49-F238E27FC236}">
                  <a16:creationId xmlns:a16="http://schemas.microsoft.com/office/drawing/2014/main" id="{13CA34F3-E709-EA92-C092-83522F2808B9}"/>
                </a:ext>
              </a:extLst>
            </p:cNvPr>
            <p:cNvPicPr>
              <a:picLocks noChangeAspect="1"/>
            </p:cNvPicPr>
            <p:nvPr/>
          </p:nvPicPr>
          <p:blipFill>
            <a:blip r:embed="rId3"/>
            <a:stretch>
              <a:fillRect/>
            </a:stretch>
          </p:blipFill>
          <p:spPr>
            <a:xfrm>
              <a:off x="7083561" y="1188720"/>
              <a:ext cx="4942112" cy="3873128"/>
            </a:xfrm>
            <a:prstGeom prst="rect">
              <a:avLst/>
            </a:prstGeom>
          </p:spPr>
        </p:pic>
        <p:sp>
          <p:nvSpPr>
            <p:cNvPr id="6" name="Rounded Rectangle 5">
              <a:extLst>
                <a:ext uri="{FF2B5EF4-FFF2-40B4-BE49-F238E27FC236}">
                  <a16:creationId xmlns:a16="http://schemas.microsoft.com/office/drawing/2014/main" id="{B2EEF28B-FB32-D3B1-1EE9-B57D120B91F4}"/>
                </a:ext>
              </a:extLst>
            </p:cNvPr>
            <p:cNvSpPr/>
            <p:nvPr/>
          </p:nvSpPr>
          <p:spPr>
            <a:xfrm>
              <a:off x="7083561" y="5151422"/>
              <a:ext cx="4942112"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a:t>
              </a:r>
              <a:r>
                <a:rPr lang="en-US" sz="1000" dirty="0" err="1"/>
                <a:t>github.com</a:t>
              </a:r>
              <a:r>
                <a:rPr lang="en-US" sz="1000" dirty="0"/>
                <a:t>/</a:t>
              </a:r>
              <a:r>
                <a:rPr lang="en-US" sz="1000" dirty="0" err="1"/>
                <a:t>masino</a:t>
              </a:r>
              <a:r>
                <a:rPr lang="en-US" sz="1000" dirty="0"/>
                <a:t>-teaching/ml4g/blob/main/notebooks/</a:t>
              </a:r>
              <a:r>
                <a:rPr lang="en-US" sz="1000" dirty="0" err="1"/>
                <a:t>network_node_degree_complexity.ipynb</a:t>
              </a:r>
              <a:endParaRPr lang="en-US" sz="1000" dirty="0"/>
            </a:p>
          </p:txBody>
        </p:sp>
      </p:grpSp>
    </p:spTree>
    <p:extLst>
      <p:ext uri="{BB962C8B-B14F-4D97-AF65-F5344CB8AC3E}">
        <p14:creationId xmlns:p14="http://schemas.microsoft.com/office/powerpoint/2010/main" val="1819753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13337-E6F2-7730-28D7-A4796FCB3D53}"/>
              </a:ext>
            </a:extLst>
          </p:cNvPr>
          <p:cNvSpPr>
            <a:spLocks noGrp="1"/>
          </p:cNvSpPr>
          <p:nvPr>
            <p:ph type="title"/>
          </p:nvPr>
        </p:nvSpPr>
        <p:spPr/>
        <p:txBody>
          <a:bodyPr/>
          <a:lstStyle/>
          <a:p>
            <a:r>
              <a:rPr lang="en-US" dirty="0"/>
              <a:t>Local clustering coefficient computation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2B5FA2-C0D4-5CEC-FEEA-4E3D0E2AF995}"/>
                  </a:ext>
                </a:extLst>
              </p:cNvPr>
              <p:cNvSpPr>
                <a:spLocks noGrp="1"/>
              </p:cNvSpPr>
              <p:nvPr>
                <p:ph idx="1"/>
              </p:nvPr>
            </p:nvSpPr>
            <p:spPr>
              <a:xfrm>
                <a:off x="1143000" y="1451271"/>
                <a:ext cx="8326925" cy="3052054"/>
              </a:xfrm>
            </p:spPr>
            <p:txBody>
              <a:bodyPr/>
              <a:lstStyle/>
              <a:p>
                <a:pPr>
                  <a:spcAft>
                    <a:spcPts val="1200"/>
                  </a:spcAft>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m:t>
                      </m:r>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𝑁𝑢𝑚𝑏𝑒𝑟</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b="0" i="1" smtClean="0">
                              <a:latin typeface="Cambria Math" panose="02040503050406030204" pitchFamily="18" charset="0"/>
                            </a:rPr>
                            <m:t>𝑝𝑎𝑖𝑟𝑠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𝑛𝑒𝑖𝑔h𝑏𝑜𝑟𝑠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𝑡h𝑎𝑡</m:t>
                          </m:r>
                          <m:r>
                            <a:rPr lang="en-US" b="0" i="1" smtClean="0">
                              <a:latin typeface="Cambria Math" panose="02040503050406030204" pitchFamily="18" charset="0"/>
                            </a:rPr>
                            <m:t> </m:t>
                          </m:r>
                          <m:r>
                            <a:rPr lang="en-US" b="0" i="1" smtClean="0">
                              <a:latin typeface="Cambria Math" panose="02040503050406030204" pitchFamily="18" charset="0"/>
                            </a:rPr>
                            <m:t>𝑎𝑟𝑒</m:t>
                          </m:r>
                          <m:r>
                            <a:rPr lang="en-US" b="0" i="1" smtClean="0">
                              <a:latin typeface="Cambria Math" panose="02040503050406030204" pitchFamily="18" charset="0"/>
                            </a:rPr>
                            <m:t> </m:t>
                          </m:r>
                          <m:r>
                            <a:rPr lang="en-US" b="0" i="1" smtClean="0">
                              <a:latin typeface="Cambria Math" panose="02040503050406030204" pitchFamily="18" charset="0"/>
                            </a:rPr>
                            <m:t>𝑐𝑜𝑛𝑛𝑒𝑐𝑡𝑒𝑑</m:t>
                          </m:r>
                        </m:num>
                        <m:den>
                          <m:r>
                            <a:rPr lang="en-US" i="1">
                              <a:latin typeface="Cambria Math" panose="02040503050406030204" pitchFamily="18" charset="0"/>
                            </a:rPr>
                            <m:t>𝑛𝑢𝑚𝑏𝑒𝑟</m:t>
                          </m:r>
                          <m:r>
                            <a:rPr lang="en-US" i="1">
                              <a:latin typeface="Cambria Math" panose="02040503050406030204" pitchFamily="18" charset="0"/>
                            </a:rPr>
                            <m:t> </m:t>
                          </m:r>
                          <m:r>
                            <a:rPr lang="en-US" b="0" i="1" smtClean="0">
                              <a:latin typeface="Cambria Math" panose="02040503050406030204" pitchFamily="18" charset="0"/>
                            </a:rPr>
                            <m:t>𝑝𝑎𝑖𝑟𝑠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𝑛𝑒𝑖𝑔h𝑏𝑜𝑟𝑠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𝑖</m:t>
                          </m:r>
                        </m:den>
                      </m:f>
                    </m:oMath>
                  </m:oMathPara>
                </a14:m>
                <a:endParaRPr lang="en-US" dirty="0"/>
              </a:p>
              <a:p>
                <a:pPr marL="285750" indent="-285750">
                  <a:spcBef>
                    <a:spcPts val="1800"/>
                  </a:spcBef>
                  <a:buFont typeface="Arial" panose="020B0604020202020204" pitchFamily="34" charset="0"/>
                  <a:buChar char="•"/>
                </a:pPr>
                <a:r>
                  <a:rPr lang="en-US" dirty="0"/>
                  <a:t>Check every distinct pair of neighbors of </a:t>
                </a:r>
                <a14:m>
                  <m:oMath xmlns:m="http://schemas.openxmlformats.org/officeDocument/2006/math">
                    <m:r>
                      <a:rPr lang="en-US" b="0" i="1" smtClean="0">
                        <a:latin typeface="Cambria Math" panose="02040503050406030204" pitchFamily="18" charset="0"/>
                      </a:rPr>
                      <m:t>𝑖</m:t>
                    </m:r>
                  </m:oMath>
                </a14:m>
                <a:r>
                  <a:rPr lang="en-US" dirty="0"/>
                  <a:t> of which there are </a:t>
                </a:r>
                <a14:m>
                  <m:oMath xmlns:m="http://schemas.openxmlformats.org/officeDocument/2006/math">
                    <m:d>
                      <m:dPr>
                        <m:ctrlPr>
                          <a:rPr lang="en-US" i="1" smtClean="0">
                            <a:latin typeface="Cambria Math" panose="02040503050406030204" pitchFamily="18" charset="0"/>
                          </a:rPr>
                        </m:ctrlPr>
                      </m:dPr>
                      <m:e>
                        <m:f>
                          <m:fPr>
                            <m:type m:val="noBa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2</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num>
                      <m:den>
                        <m:r>
                          <a:rPr lang="en-US" b="0" i="1" smtClean="0">
                            <a:latin typeface="Cambria Math" panose="02040503050406030204" pitchFamily="18" charset="0"/>
                          </a:rPr>
                          <m:t>2</m:t>
                        </m:r>
                      </m:den>
                    </m:f>
                  </m:oMath>
                </a14:m>
                <a:r>
                  <a:rPr lang="en-US" dirty="0"/>
                  <a:t> to see if they’re connected</a:t>
                </a:r>
              </a:p>
              <a:p>
                <a:pPr marL="285750" indent="-285750">
                  <a:buFont typeface="Arial" panose="020B0604020202020204" pitchFamily="34" charset="0"/>
                  <a:buChar char="•"/>
                </a:pPr>
                <a:r>
                  <a:rPr lang="en-US" dirty="0"/>
                  <a:t>We only need to check the pair once, so restrict our check to neighbors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𝑣</m:t>
                    </m:r>
                  </m:oMath>
                </a14:m>
                <a:r>
                  <a:rPr lang="en-US" dirty="0"/>
                  <a:t> such that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&lt;</m:t>
                    </m:r>
                    <m:r>
                      <a:rPr lang="en-US" b="0" i="1" smtClean="0">
                        <a:latin typeface="Cambria Math" panose="02040503050406030204" pitchFamily="18" charset="0"/>
                      </a:rPr>
                      <m:t>𝑣</m:t>
                    </m:r>
                  </m:oMath>
                </a14:m>
                <a:endParaRPr lang="en-US" dirty="0"/>
              </a:p>
              <a:p>
                <a:pPr marL="285750" indent="-285750">
                  <a:buFont typeface="Arial" panose="020B0604020202020204" pitchFamily="34" charset="0"/>
                  <a:buChar char="•"/>
                </a:pPr>
                <a:r>
                  <a:rPr lang="en-US" dirty="0"/>
                  <a:t>Utilize an adjacency list representation</a:t>
                </a:r>
              </a:p>
            </p:txBody>
          </p:sp>
        </mc:Choice>
        <mc:Fallback xmlns="">
          <p:sp>
            <p:nvSpPr>
              <p:cNvPr id="3" name="Content Placeholder 2">
                <a:extLst>
                  <a:ext uri="{FF2B5EF4-FFF2-40B4-BE49-F238E27FC236}">
                    <a16:creationId xmlns:a16="http://schemas.microsoft.com/office/drawing/2014/main" id="{652B5FA2-C0D4-5CEC-FEEA-4E3D0E2AF995}"/>
                  </a:ext>
                </a:extLst>
              </p:cNvPr>
              <p:cNvSpPr>
                <a:spLocks noGrp="1" noRot="1" noChangeAspect="1" noMove="1" noResize="1" noEditPoints="1" noAdjustHandles="1" noChangeArrowheads="1" noChangeShapeType="1" noTextEdit="1"/>
              </p:cNvSpPr>
              <p:nvPr>
                <p:ph idx="1"/>
              </p:nvPr>
            </p:nvSpPr>
            <p:spPr>
              <a:xfrm>
                <a:off x="1143000" y="1451271"/>
                <a:ext cx="8326925" cy="3052054"/>
              </a:xfrm>
              <a:blipFill>
                <a:blip r:embed="rId2"/>
                <a:stretch>
                  <a:fillRect l="-2134" t="-3734" b="-539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1035567-C9C3-31CA-EC0A-332C95D235CF}"/>
              </a:ext>
            </a:extLst>
          </p:cNvPr>
          <p:cNvPicPr>
            <a:picLocks noChangeAspect="1"/>
          </p:cNvPicPr>
          <p:nvPr/>
        </p:nvPicPr>
        <p:blipFill>
          <a:blip r:embed="rId3"/>
          <a:stretch>
            <a:fillRect/>
          </a:stretch>
        </p:blipFill>
        <p:spPr>
          <a:xfrm>
            <a:off x="9695414" y="1217916"/>
            <a:ext cx="2349500" cy="1955800"/>
          </a:xfrm>
          <a:prstGeom prst="rect">
            <a:avLst/>
          </a:prstGeom>
        </p:spPr>
      </p:pic>
      <p:sp>
        <p:nvSpPr>
          <p:cNvPr id="5" name="TextBox 4">
            <a:extLst>
              <a:ext uri="{FF2B5EF4-FFF2-40B4-BE49-F238E27FC236}">
                <a16:creationId xmlns:a16="http://schemas.microsoft.com/office/drawing/2014/main" id="{AB713900-351B-991A-EA11-4825930142E6}"/>
              </a:ext>
            </a:extLst>
          </p:cNvPr>
          <p:cNvSpPr txBox="1"/>
          <p:nvPr/>
        </p:nvSpPr>
        <p:spPr>
          <a:xfrm>
            <a:off x="9924231" y="947162"/>
            <a:ext cx="1891865" cy="261610"/>
          </a:xfrm>
          <a:prstGeom prst="rect">
            <a:avLst/>
          </a:prstGeom>
          <a:noFill/>
        </p:spPr>
        <p:txBody>
          <a:bodyPr wrap="none" rtlCol="0">
            <a:spAutoFit/>
          </a:bodyPr>
          <a:lstStyle/>
          <a:p>
            <a:r>
              <a:rPr lang="en-US" sz="1100" dirty="0">
                <a:solidFill>
                  <a:schemeClr val="tx1">
                    <a:lumMod val="50000"/>
                    <a:lumOff val="50000"/>
                  </a:schemeClr>
                </a:solidFill>
              </a:rPr>
              <a:t>Image credit: Newman 2018</a:t>
            </a:r>
          </a:p>
        </p:txBody>
      </p:sp>
    </p:spTree>
    <p:extLst>
      <p:ext uri="{BB962C8B-B14F-4D97-AF65-F5344CB8AC3E}">
        <p14:creationId xmlns:p14="http://schemas.microsoft.com/office/powerpoint/2010/main" val="3195125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4662-764F-9C2D-3C0D-3434B863B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C11D7-0CCA-291C-3837-D96F287E9ECD}"/>
              </a:ext>
            </a:extLst>
          </p:cNvPr>
          <p:cNvSpPr>
            <a:spLocks noGrp="1"/>
          </p:cNvSpPr>
          <p:nvPr>
            <p:ph type="title"/>
          </p:nvPr>
        </p:nvSpPr>
        <p:spPr/>
        <p:txBody>
          <a:bodyPr/>
          <a:lstStyle/>
          <a:p>
            <a:r>
              <a:rPr lang="en-US" dirty="0"/>
              <a:t>Local clustering coefficient computation</a:t>
            </a:r>
          </a:p>
        </p:txBody>
      </p:sp>
      <p:pic>
        <p:nvPicPr>
          <p:cNvPr id="9" name="Picture 8">
            <a:extLst>
              <a:ext uri="{FF2B5EF4-FFF2-40B4-BE49-F238E27FC236}">
                <a16:creationId xmlns:a16="http://schemas.microsoft.com/office/drawing/2014/main" id="{1DDC9F92-36A7-225B-1CBD-4F390307B394}"/>
              </a:ext>
            </a:extLst>
          </p:cNvPr>
          <p:cNvPicPr>
            <a:picLocks noChangeAspect="1"/>
          </p:cNvPicPr>
          <p:nvPr/>
        </p:nvPicPr>
        <p:blipFill>
          <a:blip r:embed="rId2"/>
          <a:stretch>
            <a:fillRect/>
          </a:stretch>
        </p:blipFill>
        <p:spPr>
          <a:xfrm>
            <a:off x="1143000" y="1530730"/>
            <a:ext cx="4487850" cy="3796540"/>
          </a:xfrm>
          <a:prstGeom prst="rect">
            <a:avLst/>
          </a:prstGeom>
        </p:spPr>
      </p:pic>
      <p:pic>
        <p:nvPicPr>
          <p:cNvPr id="10" name="Picture 9">
            <a:extLst>
              <a:ext uri="{FF2B5EF4-FFF2-40B4-BE49-F238E27FC236}">
                <a16:creationId xmlns:a16="http://schemas.microsoft.com/office/drawing/2014/main" id="{190830F8-9229-59AC-BDA2-0A14BB8D6351}"/>
              </a:ext>
            </a:extLst>
          </p:cNvPr>
          <p:cNvPicPr>
            <a:picLocks noChangeAspect="1"/>
          </p:cNvPicPr>
          <p:nvPr/>
        </p:nvPicPr>
        <p:blipFill>
          <a:blip r:embed="rId3"/>
          <a:stretch>
            <a:fillRect/>
          </a:stretch>
        </p:blipFill>
        <p:spPr>
          <a:xfrm>
            <a:off x="5824300" y="1543114"/>
            <a:ext cx="1690076" cy="1777710"/>
          </a:xfrm>
          <a:prstGeom prst="rect">
            <a:avLst/>
          </a:prstGeom>
        </p:spPr>
      </p:pic>
      <p:pic>
        <p:nvPicPr>
          <p:cNvPr id="11" name="Picture 10">
            <a:extLst>
              <a:ext uri="{FF2B5EF4-FFF2-40B4-BE49-F238E27FC236}">
                <a16:creationId xmlns:a16="http://schemas.microsoft.com/office/drawing/2014/main" id="{2C306757-CCDC-5B43-7E5D-98478CA90449}"/>
              </a:ext>
            </a:extLst>
          </p:cNvPr>
          <p:cNvPicPr>
            <a:picLocks noChangeAspect="1"/>
          </p:cNvPicPr>
          <p:nvPr/>
        </p:nvPicPr>
        <p:blipFill>
          <a:blip r:embed="rId4"/>
          <a:stretch>
            <a:fillRect/>
          </a:stretch>
        </p:blipFill>
        <p:spPr>
          <a:xfrm>
            <a:off x="7948748" y="1544648"/>
            <a:ext cx="1265221" cy="1776176"/>
          </a:xfrm>
          <a:prstGeom prst="rect">
            <a:avLst/>
          </a:prstGeom>
        </p:spPr>
      </p:pic>
      <p:pic>
        <p:nvPicPr>
          <p:cNvPr id="13" name="Picture 12">
            <a:extLst>
              <a:ext uri="{FF2B5EF4-FFF2-40B4-BE49-F238E27FC236}">
                <a16:creationId xmlns:a16="http://schemas.microsoft.com/office/drawing/2014/main" id="{DDB4443D-4FF3-0BF6-DE11-24BCB46EC3EB}"/>
              </a:ext>
            </a:extLst>
          </p:cNvPr>
          <p:cNvPicPr>
            <a:picLocks noChangeAspect="1"/>
          </p:cNvPicPr>
          <p:nvPr/>
        </p:nvPicPr>
        <p:blipFill>
          <a:blip r:embed="rId5"/>
          <a:stretch>
            <a:fillRect/>
          </a:stretch>
        </p:blipFill>
        <p:spPr>
          <a:xfrm>
            <a:off x="5824300" y="3718966"/>
            <a:ext cx="6064969" cy="589843"/>
          </a:xfrm>
          <a:prstGeom prst="rect">
            <a:avLst/>
          </a:prstGeom>
        </p:spPr>
      </p:pic>
      <p:sp>
        <p:nvSpPr>
          <p:cNvPr id="14" name="Rounded Rectangle 13">
            <a:extLst>
              <a:ext uri="{FF2B5EF4-FFF2-40B4-BE49-F238E27FC236}">
                <a16:creationId xmlns:a16="http://schemas.microsoft.com/office/drawing/2014/main" id="{6CD7CD67-E54D-7398-45BD-364BDCE398DD}"/>
              </a:ext>
            </a:extLst>
          </p:cNvPr>
          <p:cNvSpPr/>
          <p:nvPr/>
        </p:nvSpPr>
        <p:spPr>
          <a:xfrm>
            <a:off x="1143000" y="5733961"/>
            <a:ext cx="4487850"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https://ml4g.masinolab.com/topics/metric-algorithms/local-clustering-coefficient-</a:t>
            </a:r>
            <a:r>
              <a:rPr lang="en-US" sz="1000" dirty="0" err="1"/>
              <a:t>computation.html</a:t>
            </a:r>
            <a:endParaRPr lang="en-US" sz="1000" dirty="0"/>
          </a:p>
        </p:txBody>
      </p:sp>
    </p:spTree>
    <p:extLst>
      <p:ext uri="{BB962C8B-B14F-4D97-AF65-F5344CB8AC3E}">
        <p14:creationId xmlns:p14="http://schemas.microsoft.com/office/powerpoint/2010/main" val="11184364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873C-0CE1-CA9E-14BE-9D3D6F606B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A28378C-0DAC-7C3D-7D1C-86E0AF450EA1}"/>
              </a:ext>
            </a:extLst>
          </p:cNvPr>
          <p:cNvPicPr>
            <a:picLocks noChangeAspect="1"/>
          </p:cNvPicPr>
          <p:nvPr/>
        </p:nvPicPr>
        <p:blipFill>
          <a:blip r:embed="rId2"/>
          <a:stretch>
            <a:fillRect/>
          </a:stretch>
        </p:blipFill>
        <p:spPr>
          <a:xfrm>
            <a:off x="5824300" y="3718966"/>
            <a:ext cx="6064969" cy="853536"/>
          </a:xfrm>
          <a:prstGeom prst="rect">
            <a:avLst/>
          </a:prstGeom>
        </p:spPr>
      </p:pic>
      <p:sp>
        <p:nvSpPr>
          <p:cNvPr id="2" name="Title 1">
            <a:extLst>
              <a:ext uri="{FF2B5EF4-FFF2-40B4-BE49-F238E27FC236}">
                <a16:creationId xmlns:a16="http://schemas.microsoft.com/office/drawing/2014/main" id="{E1069AD7-A7E4-C6C4-1DA7-2930296CD173}"/>
              </a:ext>
            </a:extLst>
          </p:cNvPr>
          <p:cNvSpPr>
            <a:spLocks noGrp="1"/>
          </p:cNvSpPr>
          <p:nvPr>
            <p:ph type="title"/>
          </p:nvPr>
        </p:nvSpPr>
        <p:spPr/>
        <p:txBody>
          <a:bodyPr/>
          <a:lstStyle/>
          <a:p>
            <a:r>
              <a:rPr lang="en-US" dirty="0"/>
              <a:t>Local clustering coefficient computation</a:t>
            </a:r>
          </a:p>
        </p:txBody>
      </p:sp>
      <p:pic>
        <p:nvPicPr>
          <p:cNvPr id="9" name="Picture 8">
            <a:extLst>
              <a:ext uri="{FF2B5EF4-FFF2-40B4-BE49-F238E27FC236}">
                <a16:creationId xmlns:a16="http://schemas.microsoft.com/office/drawing/2014/main" id="{3DBF6E8A-025B-13BB-E8BC-0445B9E81F08}"/>
              </a:ext>
            </a:extLst>
          </p:cNvPr>
          <p:cNvPicPr>
            <a:picLocks noChangeAspect="1"/>
          </p:cNvPicPr>
          <p:nvPr/>
        </p:nvPicPr>
        <p:blipFill>
          <a:blip r:embed="rId3"/>
          <a:stretch>
            <a:fillRect/>
          </a:stretch>
        </p:blipFill>
        <p:spPr>
          <a:xfrm>
            <a:off x="1143000" y="1530730"/>
            <a:ext cx="4487850" cy="3796540"/>
          </a:xfrm>
          <a:prstGeom prst="rect">
            <a:avLst/>
          </a:prstGeom>
        </p:spPr>
      </p:pic>
      <p:pic>
        <p:nvPicPr>
          <p:cNvPr id="10" name="Picture 9">
            <a:extLst>
              <a:ext uri="{FF2B5EF4-FFF2-40B4-BE49-F238E27FC236}">
                <a16:creationId xmlns:a16="http://schemas.microsoft.com/office/drawing/2014/main" id="{E723D89E-AD48-42F6-11F6-48C1B826C7F9}"/>
              </a:ext>
            </a:extLst>
          </p:cNvPr>
          <p:cNvPicPr>
            <a:picLocks noChangeAspect="1"/>
          </p:cNvPicPr>
          <p:nvPr/>
        </p:nvPicPr>
        <p:blipFill>
          <a:blip r:embed="rId4"/>
          <a:stretch>
            <a:fillRect/>
          </a:stretch>
        </p:blipFill>
        <p:spPr>
          <a:xfrm>
            <a:off x="5824300" y="1543114"/>
            <a:ext cx="1690076" cy="1777710"/>
          </a:xfrm>
          <a:prstGeom prst="rect">
            <a:avLst/>
          </a:prstGeom>
        </p:spPr>
      </p:pic>
      <p:pic>
        <p:nvPicPr>
          <p:cNvPr id="11" name="Picture 10">
            <a:extLst>
              <a:ext uri="{FF2B5EF4-FFF2-40B4-BE49-F238E27FC236}">
                <a16:creationId xmlns:a16="http://schemas.microsoft.com/office/drawing/2014/main" id="{CA702DC5-2830-0D7B-4AC2-907F78E3725B}"/>
              </a:ext>
            </a:extLst>
          </p:cNvPr>
          <p:cNvPicPr>
            <a:picLocks noChangeAspect="1"/>
          </p:cNvPicPr>
          <p:nvPr/>
        </p:nvPicPr>
        <p:blipFill>
          <a:blip r:embed="rId5"/>
          <a:stretch>
            <a:fillRect/>
          </a:stretch>
        </p:blipFill>
        <p:spPr>
          <a:xfrm>
            <a:off x="7948748" y="1544648"/>
            <a:ext cx="1265221" cy="1776176"/>
          </a:xfrm>
          <a:prstGeom prst="rect">
            <a:avLst/>
          </a:prstGeom>
        </p:spPr>
      </p:pic>
      <p:sp>
        <p:nvSpPr>
          <p:cNvPr id="4" name="Rounded Rectangle 3">
            <a:extLst>
              <a:ext uri="{FF2B5EF4-FFF2-40B4-BE49-F238E27FC236}">
                <a16:creationId xmlns:a16="http://schemas.microsoft.com/office/drawing/2014/main" id="{64E6FD63-506E-BF6A-595C-D51101BFEB5B}"/>
              </a:ext>
            </a:extLst>
          </p:cNvPr>
          <p:cNvSpPr/>
          <p:nvPr/>
        </p:nvSpPr>
        <p:spPr>
          <a:xfrm>
            <a:off x="1143000" y="5733961"/>
            <a:ext cx="4487850"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https://ml4g.masinolab.com/topics/metric-algorithms/local-clustering-coefficient-</a:t>
            </a:r>
            <a:r>
              <a:rPr lang="en-US" sz="1000" dirty="0" err="1"/>
              <a:t>computation.html</a:t>
            </a:r>
            <a:endParaRPr lang="en-US" sz="1000" dirty="0"/>
          </a:p>
        </p:txBody>
      </p:sp>
    </p:spTree>
    <p:extLst>
      <p:ext uri="{BB962C8B-B14F-4D97-AF65-F5344CB8AC3E}">
        <p14:creationId xmlns:p14="http://schemas.microsoft.com/office/powerpoint/2010/main" val="102822435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E806-8E2A-D352-87AB-E51191D7C25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C623FF-5969-5CB6-97F9-CF0B6D608F30}"/>
              </a:ext>
            </a:extLst>
          </p:cNvPr>
          <p:cNvPicPr>
            <a:picLocks noChangeAspect="1"/>
          </p:cNvPicPr>
          <p:nvPr/>
        </p:nvPicPr>
        <p:blipFill>
          <a:blip r:embed="rId2"/>
          <a:stretch>
            <a:fillRect/>
          </a:stretch>
        </p:blipFill>
        <p:spPr>
          <a:xfrm>
            <a:off x="5824299" y="3718966"/>
            <a:ext cx="6064970" cy="1124170"/>
          </a:xfrm>
          <a:prstGeom prst="rect">
            <a:avLst/>
          </a:prstGeom>
        </p:spPr>
      </p:pic>
      <p:sp>
        <p:nvSpPr>
          <p:cNvPr id="2" name="Title 1">
            <a:extLst>
              <a:ext uri="{FF2B5EF4-FFF2-40B4-BE49-F238E27FC236}">
                <a16:creationId xmlns:a16="http://schemas.microsoft.com/office/drawing/2014/main" id="{E7DF2DCE-AD27-EEF2-4DF3-D31655F2FF3F}"/>
              </a:ext>
            </a:extLst>
          </p:cNvPr>
          <p:cNvSpPr>
            <a:spLocks noGrp="1"/>
          </p:cNvSpPr>
          <p:nvPr>
            <p:ph type="title"/>
          </p:nvPr>
        </p:nvSpPr>
        <p:spPr/>
        <p:txBody>
          <a:bodyPr/>
          <a:lstStyle/>
          <a:p>
            <a:r>
              <a:rPr lang="en-US" dirty="0"/>
              <a:t>Local clustering coefficient computation</a:t>
            </a:r>
          </a:p>
        </p:txBody>
      </p:sp>
      <p:pic>
        <p:nvPicPr>
          <p:cNvPr id="9" name="Picture 8">
            <a:extLst>
              <a:ext uri="{FF2B5EF4-FFF2-40B4-BE49-F238E27FC236}">
                <a16:creationId xmlns:a16="http://schemas.microsoft.com/office/drawing/2014/main" id="{B661C9C4-111C-655A-7398-117DDDF878C3}"/>
              </a:ext>
            </a:extLst>
          </p:cNvPr>
          <p:cNvPicPr>
            <a:picLocks noChangeAspect="1"/>
          </p:cNvPicPr>
          <p:nvPr/>
        </p:nvPicPr>
        <p:blipFill>
          <a:blip r:embed="rId3"/>
          <a:stretch>
            <a:fillRect/>
          </a:stretch>
        </p:blipFill>
        <p:spPr>
          <a:xfrm>
            <a:off x="1143000" y="1530730"/>
            <a:ext cx="4487850" cy="3796540"/>
          </a:xfrm>
          <a:prstGeom prst="rect">
            <a:avLst/>
          </a:prstGeom>
        </p:spPr>
      </p:pic>
      <p:pic>
        <p:nvPicPr>
          <p:cNvPr id="10" name="Picture 9">
            <a:extLst>
              <a:ext uri="{FF2B5EF4-FFF2-40B4-BE49-F238E27FC236}">
                <a16:creationId xmlns:a16="http://schemas.microsoft.com/office/drawing/2014/main" id="{F56C815F-53A7-8BF8-FF9A-F74506B41E90}"/>
              </a:ext>
            </a:extLst>
          </p:cNvPr>
          <p:cNvPicPr>
            <a:picLocks noChangeAspect="1"/>
          </p:cNvPicPr>
          <p:nvPr/>
        </p:nvPicPr>
        <p:blipFill>
          <a:blip r:embed="rId4"/>
          <a:stretch>
            <a:fillRect/>
          </a:stretch>
        </p:blipFill>
        <p:spPr>
          <a:xfrm>
            <a:off x="5824300" y="1543114"/>
            <a:ext cx="1690076" cy="1777710"/>
          </a:xfrm>
          <a:prstGeom prst="rect">
            <a:avLst/>
          </a:prstGeom>
        </p:spPr>
      </p:pic>
      <p:pic>
        <p:nvPicPr>
          <p:cNvPr id="11" name="Picture 10">
            <a:extLst>
              <a:ext uri="{FF2B5EF4-FFF2-40B4-BE49-F238E27FC236}">
                <a16:creationId xmlns:a16="http://schemas.microsoft.com/office/drawing/2014/main" id="{E8E77BF1-B8FB-3760-94C8-11F149ED0442}"/>
              </a:ext>
            </a:extLst>
          </p:cNvPr>
          <p:cNvPicPr>
            <a:picLocks noChangeAspect="1"/>
          </p:cNvPicPr>
          <p:nvPr/>
        </p:nvPicPr>
        <p:blipFill>
          <a:blip r:embed="rId5"/>
          <a:stretch>
            <a:fillRect/>
          </a:stretch>
        </p:blipFill>
        <p:spPr>
          <a:xfrm>
            <a:off x="7948748" y="1544648"/>
            <a:ext cx="1265221" cy="1776176"/>
          </a:xfrm>
          <a:prstGeom prst="rect">
            <a:avLst/>
          </a:prstGeom>
        </p:spPr>
      </p:pic>
      <p:sp>
        <p:nvSpPr>
          <p:cNvPr id="5" name="Rounded Rectangle 4">
            <a:extLst>
              <a:ext uri="{FF2B5EF4-FFF2-40B4-BE49-F238E27FC236}">
                <a16:creationId xmlns:a16="http://schemas.microsoft.com/office/drawing/2014/main" id="{70B4590F-1802-9886-F18C-97A5D523C8CB}"/>
              </a:ext>
            </a:extLst>
          </p:cNvPr>
          <p:cNvSpPr/>
          <p:nvPr/>
        </p:nvSpPr>
        <p:spPr>
          <a:xfrm>
            <a:off x="1143000" y="5733961"/>
            <a:ext cx="4487850"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https://ml4g.masinolab.com/topics/metric-algorithms/local-clustering-coefficient-</a:t>
            </a:r>
            <a:r>
              <a:rPr lang="en-US" sz="1000" dirty="0" err="1"/>
              <a:t>computation.html</a:t>
            </a:r>
            <a:endParaRPr lang="en-US" sz="1000" dirty="0"/>
          </a:p>
        </p:txBody>
      </p:sp>
    </p:spTree>
    <p:extLst>
      <p:ext uri="{BB962C8B-B14F-4D97-AF65-F5344CB8AC3E}">
        <p14:creationId xmlns:p14="http://schemas.microsoft.com/office/powerpoint/2010/main" val="375240880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57D23-BF7A-C963-415C-8CC589F36B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647727-F45A-2B43-0055-4511FDDD6BD0}"/>
              </a:ext>
            </a:extLst>
          </p:cNvPr>
          <p:cNvPicPr>
            <a:picLocks noChangeAspect="1"/>
          </p:cNvPicPr>
          <p:nvPr/>
        </p:nvPicPr>
        <p:blipFill>
          <a:blip r:embed="rId2"/>
          <a:stretch>
            <a:fillRect/>
          </a:stretch>
        </p:blipFill>
        <p:spPr>
          <a:xfrm>
            <a:off x="5824298" y="3722678"/>
            <a:ext cx="6033535" cy="1397166"/>
          </a:xfrm>
          <a:prstGeom prst="rect">
            <a:avLst/>
          </a:prstGeom>
        </p:spPr>
      </p:pic>
      <p:pic>
        <p:nvPicPr>
          <p:cNvPr id="3" name="Picture 2">
            <a:extLst>
              <a:ext uri="{FF2B5EF4-FFF2-40B4-BE49-F238E27FC236}">
                <a16:creationId xmlns:a16="http://schemas.microsoft.com/office/drawing/2014/main" id="{365B509D-955F-B8E1-BC6A-A4480D32329E}"/>
              </a:ext>
            </a:extLst>
          </p:cNvPr>
          <p:cNvPicPr>
            <a:picLocks noChangeAspect="1"/>
          </p:cNvPicPr>
          <p:nvPr/>
        </p:nvPicPr>
        <p:blipFill>
          <a:blip r:embed="rId3"/>
          <a:stretch>
            <a:fillRect/>
          </a:stretch>
        </p:blipFill>
        <p:spPr>
          <a:xfrm>
            <a:off x="7971634" y="1543114"/>
            <a:ext cx="1206123" cy="1785379"/>
          </a:xfrm>
          <a:prstGeom prst="rect">
            <a:avLst/>
          </a:prstGeom>
        </p:spPr>
      </p:pic>
      <p:sp>
        <p:nvSpPr>
          <p:cNvPr id="2" name="Title 1">
            <a:extLst>
              <a:ext uri="{FF2B5EF4-FFF2-40B4-BE49-F238E27FC236}">
                <a16:creationId xmlns:a16="http://schemas.microsoft.com/office/drawing/2014/main" id="{B5238D08-5B51-20F2-4729-6AE8F7DB6380}"/>
              </a:ext>
            </a:extLst>
          </p:cNvPr>
          <p:cNvSpPr>
            <a:spLocks noGrp="1"/>
          </p:cNvSpPr>
          <p:nvPr>
            <p:ph type="title"/>
          </p:nvPr>
        </p:nvSpPr>
        <p:spPr/>
        <p:txBody>
          <a:bodyPr/>
          <a:lstStyle/>
          <a:p>
            <a:r>
              <a:rPr lang="en-US" dirty="0"/>
              <a:t>Local clustering coefficient computation</a:t>
            </a:r>
          </a:p>
        </p:txBody>
      </p:sp>
      <p:pic>
        <p:nvPicPr>
          <p:cNvPr id="9" name="Picture 8">
            <a:extLst>
              <a:ext uri="{FF2B5EF4-FFF2-40B4-BE49-F238E27FC236}">
                <a16:creationId xmlns:a16="http://schemas.microsoft.com/office/drawing/2014/main" id="{481F3767-67EC-9331-E943-224471632731}"/>
              </a:ext>
            </a:extLst>
          </p:cNvPr>
          <p:cNvPicPr>
            <a:picLocks noChangeAspect="1"/>
          </p:cNvPicPr>
          <p:nvPr/>
        </p:nvPicPr>
        <p:blipFill>
          <a:blip r:embed="rId4"/>
          <a:stretch>
            <a:fillRect/>
          </a:stretch>
        </p:blipFill>
        <p:spPr>
          <a:xfrm>
            <a:off x="1143000" y="1530730"/>
            <a:ext cx="4487850" cy="3796540"/>
          </a:xfrm>
          <a:prstGeom prst="rect">
            <a:avLst/>
          </a:prstGeom>
        </p:spPr>
      </p:pic>
      <p:pic>
        <p:nvPicPr>
          <p:cNvPr id="10" name="Picture 9">
            <a:extLst>
              <a:ext uri="{FF2B5EF4-FFF2-40B4-BE49-F238E27FC236}">
                <a16:creationId xmlns:a16="http://schemas.microsoft.com/office/drawing/2014/main" id="{8025E78B-57C4-5AB5-2B4D-B3B977180B31}"/>
              </a:ext>
            </a:extLst>
          </p:cNvPr>
          <p:cNvPicPr>
            <a:picLocks noChangeAspect="1"/>
          </p:cNvPicPr>
          <p:nvPr/>
        </p:nvPicPr>
        <p:blipFill>
          <a:blip r:embed="rId5"/>
          <a:stretch>
            <a:fillRect/>
          </a:stretch>
        </p:blipFill>
        <p:spPr>
          <a:xfrm>
            <a:off x="5824300" y="1543114"/>
            <a:ext cx="1690076" cy="1777710"/>
          </a:xfrm>
          <a:prstGeom prst="rect">
            <a:avLst/>
          </a:prstGeom>
        </p:spPr>
      </p:pic>
      <p:sp>
        <p:nvSpPr>
          <p:cNvPr id="7" name="Rounded Rectangle 6">
            <a:extLst>
              <a:ext uri="{FF2B5EF4-FFF2-40B4-BE49-F238E27FC236}">
                <a16:creationId xmlns:a16="http://schemas.microsoft.com/office/drawing/2014/main" id="{BFD68740-62CC-41DD-FC42-4647F3B1F175}"/>
              </a:ext>
            </a:extLst>
          </p:cNvPr>
          <p:cNvSpPr/>
          <p:nvPr/>
        </p:nvSpPr>
        <p:spPr>
          <a:xfrm>
            <a:off x="1143000" y="5733961"/>
            <a:ext cx="4487850"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https://ml4g.masinolab.com/topics/metric-algorithms/local-clustering-coefficient-</a:t>
            </a:r>
            <a:r>
              <a:rPr lang="en-US" sz="1000" dirty="0" err="1"/>
              <a:t>computation.html</a:t>
            </a:r>
            <a:endParaRPr lang="en-US" sz="1000" dirty="0"/>
          </a:p>
        </p:txBody>
      </p:sp>
    </p:spTree>
    <p:extLst>
      <p:ext uri="{BB962C8B-B14F-4D97-AF65-F5344CB8AC3E}">
        <p14:creationId xmlns:p14="http://schemas.microsoft.com/office/powerpoint/2010/main" val="30289552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8703D-85AC-A0AD-33C6-ADF820DDE8C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E51DA5C-5332-0E99-345B-E02D57701F02}"/>
              </a:ext>
            </a:extLst>
          </p:cNvPr>
          <p:cNvPicPr>
            <a:picLocks noChangeAspect="1"/>
          </p:cNvPicPr>
          <p:nvPr/>
        </p:nvPicPr>
        <p:blipFill>
          <a:blip r:embed="rId2"/>
          <a:stretch>
            <a:fillRect/>
          </a:stretch>
        </p:blipFill>
        <p:spPr>
          <a:xfrm>
            <a:off x="5804275" y="3730347"/>
            <a:ext cx="6053558" cy="1955229"/>
          </a:xfrm>
          <a:prstGeom prst="rect">
            <a:avLst/>
          </a:prstGeom>
        </p:spPr>
      </p:pic>
      <p:pic>
        <p:nvPicPr>
          <p:cNvPr id="3" name="Picture 2">
            <a:extLst>
              <a:ext uri="{FF2B5EF4-FFF2-40B4-BE49-F238E27FC236}">
                <a16:creationId xmlns:a16="http://schemas.microsoft.com/office/drawing/2014/main" id="{39AF5FD5-AA98-F6E9-81BF-553F04E1F645}"/>
              </a:ext>
            </a:extLst>
          </p:cNvPr>
          <p:cNvPicPr>
            <a:picLocks noChangeAspect="1"/>
          </p:cNvPicPr>
          <p:nvPr/>
        </p:nvPicPr>
        <p:blipFill>
          <a:blip r:embed="rId3"/>
          <a:stretch>
            <a:fillRect/>
          </a:stretch>
        </p:blipFill>
        <p:spPr>
          <a:xfrm>
            <a:off x="7971634" y="1543114"/>
            <a:ext cx="1206123" cy="1785379"/>
          </a:xfrm>
          <a:prstGeom prst="rect">
            <a:avLst/>
          </a:prstGeom>
        </p:spPr>
      </p:pic>
      <p:sp>
        <p:nvSpPr>
          <p:cNvPr id="2" name="Title 1">
            <a:extLst>
              <a:ext uri="{FF2B5EF4-FFF2-40B4-BE49-F238E27FC236}">
                <a16:creationId xmlns:a16="http://schemas.microsoft.com/office/drawing/2014/main" id="{D0F74C40-2D22-0555-10B8-83DFACF37565}"/>
              </a:ext>
            </a:extLst>
          </p:cNvPr>
          <p:cNvSpPr>
            <a:spLocks noGrp="1"/>
          </p:cNvSpPr>
          <p:nvPr>
            <p:ph type="title"/>
          </p:nvPr>
        </p:nvSpPr>
        <p:spPr/>
        <p:txBody>
          <a:bodyPr/>
          <a:lstStyle/>
          <a:p>
            <a:r>
              <a:rPr lang="en-US" dirty="0"/>
              <a:t>Local clustering coefficient computation</a:t>
            </a:r>
          </a:p>
        </p:txBody>
      </p:sp>
      <p:pic>
        <p:nvPicPr>
          <p:cNvPr id="9" name="Picture 8">
            <a:extLst>
              <a:ext uri="{FF2B5EF4-FFF2-40B4-BE49-F238E27FC236}">
                <a16:creationId xmlns:a16="http://schemas.microsoft.com/office/drawing/2014/main" id="{40E24BDD-56E2-5BAA-A463-800741634F6A}"/>
              </a:ext>
            </a:extLst>
          </p:cNvPr>
          <p:cNvPicPr>
            <a:picLocks noChangeAspect="1"/>
          </p:cNvPicPr>
          <p:nvPr/>
        </p:nvPicPr>
        <p:blipFill>
          <a:blip r:embed="rId4"/>
          <a:stretch>
            <a:fillRect/>
          </a:stretch>
        </p:blipFill>
        <p:spPr>
          <a:xfrm>
            <a:off x="1143000" y="1530730"/>
            <a:ext cx="4487850" cy="3796540"/>
          </a:xfrm>
          <a:prstGeom prst="rect">
            <a:avLst/>
          </a:prstGeom>
        </p:spPr>
      </p:pic>
      <p:pic>
        <p:nvPicPr>
          <p:cNvPr id="10" name="Picture 9">
            <a:extLst>
              <a:ext uri="{FF2B5EF4-FFF2-40B4-BE49-F238E27FC236}">
                <a16:creationId xmlns:a16="http://schemas.microsoft.com/office/drawing/2014/main" id="{F75A9D66-A7D8-7142-3FD6-FD90374C53D6}"/>
              </a:ext>
            </a:extLst>
          </p:cNvPr>
          <p:cNvPicPr>
            <a:picLocks noChangeAspect="1"/>
          </p:cNvPicPr>
          <p:nvPr/>
        </p:nvPicPr>
        <p:blipFill>
          <a:blip r:embed="rId5"/>
          <a:stretch>
            <a:fillRect/>
          </a:stretch>
        </p:blipFill>
        <p:spPr>
          <a:xfrm>
            <a:off x="5824300" y="1543114"/>
            <a:ext cx="1690076" cy="177771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A47DA06-6D49-A13E-0189-631605F9E1A2}"/>
                  </a:ext>
                </a:extLst>
              </p:cNvPr>
              <p:cNvSpPr txBox="1"/>
              <p:nvPr/>
            </p:nvSpPr>
            <p:spPr>
              <a:xfrm>
                <a:off x="7136461" y="5801037"/>
                <a:ext cx="4082592" cy="5727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𝑐𝑜𝑛𝑛𝑒𝑐𝑡𝑒𝑑</m:t>
                          </m:r>
                          <m:r>
                            <a:rPr lang="en-US" b="0" i="1" smtClean="0">
                              <a:latin typeface="Cambria Math" panose="02040503050406030204" pitchFamily="18" charset="0"/>
                              <a:ea typeface="Cambria Math" panose="02040503050406030204" pitchFamily="18" charset="0"/>
                            </a:rPr>
                            <m:t>_</m:t>
                          </m:r>
                          <m:r>
                            <a:rPr lang="en-US" b="0" i="1" smtClean="0">
                              <a:latin typeface="Cambria Math" panose="02040503050406030204" pitchFamily="18" charset="0"/>
                              <a:ea typeface="Cambria Math" panose="02040503050406030204" pitchFamily="18" charset="0"/>
                            </a:rPr>
                            <m:t>𝑝𝑎𝑖𝑟𝑠</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0.333</m:t>
                      </m:r>
                    </m:oMath>
                  </m:oMathPara>
                </a14:m>
                <a:endParaRPr lang="en-US" dirty="0"/>
              </a:p>
            </p:txBody>
          </p:sp>
        </mc:Choice>
        <mc:Fallback xmlns="">
          <p:sp>
            <p:nvSpPr>
              <p:cNvPr id="8" name="TextBox 7">
                <a:extLst>
                  <a:ext uri="{FF2B5EF4-FFF2-40B4-BE49-F238E27FC236}">
                    <a16:creationId xmlns:a16="http://schemas.microsoft.com/office/drawing/2014/main" id="{FA47DA06-6D49-A13E-0189-631605F9E1A2}"/>
                  </a:ext>
                </a:extLst>
              </p:cNvPr>
              <p:cNvSpPr txBox="1">
                <a:spLocks noRot="1" noChangeAspect="1" noMove="1" noResize="1" noEditPoints="1" noAdjustHandles="1" noChangeArrowheads="1" noChangeShapeType="1" noTextEdit="1"/>
              </p:cNvSpPr>
              <p:nvPr/>
            </p:nvSpPr>
            <p:spPr>
              <a:xfrm>
                <a:off x="7136461" y="5801037"/>
                <a:ext cx="4082592" cy="572786"/>
              </a:xfrm>
              <a:prstGeom prst="rect">
                <a:avLst/>
              </a:prstGeom>
              <a:blipFill>
                <a:blip r:embed="rId6"/>
                <a:stretch>
                  <a:fillRect l="-932" t="-2128" r="-621" b="-8511"/>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1DD38608-620E-AB01-F101-E37A828DEB6D}"/>
              </a:ext>
            </a:extLst>
          </p:cNvPr>
          <p:cNvSpPr/>
          <p:nvPr/>
        </p:nvSpPr>
        <p:spPr>
          <a:xfrm>
            <a:off x="1143000" y="5733961"/>
            <a:ext cx="4487850"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https://ml4g.masinolab.com/topics/metric-algorithms/local-clustering-coefficient-</a:t>
            </a:r>
            <a:r>
              <a:rPr lang="en-US" sz="1000" dirty="0" err="1"/>
              <a:t>computation.html</a:t>
            </a:r>
            <a:endParaRPr lang="en-US" sz="1000" dirty="0"/>
          </a:p>
        </p:txBody>
      </p:sp>
    </p:spTree>
    <p:extLst>
      <p:ext uri="{BB962C8B-B14F-4D97-AF65-F5344CB8AC3E}">
        <p14:creationId xmlns:p14="http://schemas.microsoft.com/office/powerpoint/2010/main" val="203586793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D27AF-3DED-8129-C0FB-ED38C644A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8038F-F01E-307E-AF98-56D515646E85}"/>
              </a:ext>
            </a:extLst>
          </p:cNvPr>
          <p:cNvSpPr>
            <a:spLocks noGrp="1"/>
          </p:cNvSpPr>
          <p:nvPr>
            <p:ph type="title"/>
          </p:nvPr>
        </p:nvSpPr>
        <p:spPr/>
        <p:txBody>
          <a:bodyPr/>
          <a:lstStyle/>
          <a:p>
            <a:r>
              <a:rPr lang="en-US" dirty="0"/>
              <a:t>Local clustering coefficient computation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7E1A64-A92E-23A5-4C96-5F08F6B2728B}"/>
                  </a:ext>
                </a:extLst>
              </p:cNvPr>
              <p:cNvSpPr>
                <a:spLocks noGrp="1"/>
              </p:cNvSpPr>
              <p:nvPr>
                <p:ph idx="1"/>
              </p:nvPr>
            </p:nvSpPr>
            <p:spPr>
              <a:xfrm>
                <a:off x="1143001" y="1188720"/>
                <a:ext cx="6698322" cy="5580695"/>
              </a:xfrm>
            </p:spPr>
            <p:txBody>
              <a:bodyPr/>
              <a:lstStyle/>
              <a:p>
                <a:pPr marL="285750" indent="-285750">
                  <a:buFont typeface="Arial" panose="020B0604020202020204" pitchFamily="34" charset="0"/>
                  <a:buChar char="•"/>
                </a:pPr>
                <a:r>
                  <a:rPr lang="en-US" dirty="0"/>
                  <a:t>The two outer loops combined have approximately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sub>
                          <m:sup>
                            <m:r>
                              <a:rPr lang="en-US" b="0" i="1" smtClean="0">
                                <a:latin typeface="Cambria Math" panose="02040503050406030204" pitchFamily="18" charset="0"/>
                              </a:rPr>
                              <m:t>2</m:t>
                            </m:r>
                          </m:sup>
                        </m:sSubSup>
                      </m:e>
                    </m:d>
                  </m:oMath>
                </a14:m>
                <a:r>
                  <a:rPr lang="en-US" dirty="0"/>
                  <a:t> </a:t>
                </a:r>
              </a:p>
              <a:p>
                <a:pPr marL="285750" indent="-285750">
                  <a:buFont typeface="Arial" panose="020B0604020202020204" pitchFamily="34" charset="0"/>
                  <a:buChar char="•"/>
                </a:pPr>
                <a:r>
                  <a:rPr lang="en-US" dirty="0"/>
                  <a:t>The complexity of checking if an edge exists between nodes </a:t>
                </a:r>
                <a14:m>
                  <m:oMath xmlns:m="http://schemas.openxmlformats.org/officeDocument/2006/math">
                    <m:r>
                      <a:rPr lang="en-US" b="0" i="1" smtClean="0">
                        <a:latin typeface="Cambria Math" panose="02040503050406030204" pitchFamily="18" charset="0"/>
                      </a:rPr>
                      <m:t>𝑢</m:t>
                    </m:r>
                  </m:oMath>
                </a14:m>
                <a:r>
                  <a:rPr lang="en-US" dirty="0"/>
                  <a:t> and </a:t>
                </a:r>
                <a14:m>
                  <m:oMath xmlns:m="http://schemas.openxmlformats.org/officeDocument/2006/math">
                    <m:r>
                      <a:rPr lang="en-US" i="1">
                        <a:latin typeface="Cambria Math" panose="02040503050406030204" pitchFamily="18" charset="0"/>
                      </a:rPr>
                      <m:t>𝑢</m:t>
                    </m:r>
                  </m:oMath>
                </a14:m>
                <a:r>
                  <a:rPr lang="en-US" dirty="0"/>
                  <a:t> depends on the node structure</a:t>
                </a:r>
              </a:p>
              <a:p>
                <a:pPr marL="746125" lvl="1" indent="-285750">
                  <a:buFont typeface="Arial" panose="020B0604020202020204" pitchFamily="34" charset="0"/>
                  <a:buChar char="•"/>
                </a:pPr>
                <a:r>
                  <a:rPr lang="en-US" dirty="0"/>
                  <a:t>For a network with degree homophily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e>
                    </m:d>
                  </m:oMath>
                </a14:m>
                <a:endParaRPr lang="en-US" dirty="0"/>
              </a:p>
              <a:p>
                <a:pPr marL="746125" lvl="1" indent="-285750">
                  <a:buFont typeface="Arial" panose="020B0604020202020204" pitchFamily="34" charset="0"/>
                  <a:buChar char="•"/>
                </a:pPr>
                <a:r>
                  <a:rPr lang="en-US" dirty="0"/>
                  <a:t>For a network without degree homophily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𝑚</m:t>
                            </m:r>
                          </m:num>
                          <m:den>
                            <m:r>
                              <a:rPr lang="en-US" i="1">
                                <a:latin typeface="Cambria Math" panose="02040503050406030204" pitchFamily="18" charset="0"/>
                              </a:rPr>
                              <m:t>𝑛</m:t>
                            </m:r>
                          </m:den>
                        </m:f>
                      </m:e>
                    </m:d>
                  </m:oMath>
                </a14:m>
                <a:endParaRPr lang="en-US" dirty="0"/>
              </a:p>
              <a:p>
                <a:pPr marL="285750" indent="-285750">
                  <a:buFont typeface="Arial" panose="020B0604020202020204" pitchFamily="34" charset="0"/>
                  <a:buChar char="•"/>
                </a:pPr>
                <a:r>
                  <a:rPr lang="en-US" dirty="0"/>
                  <a:t>The overall algorithm complexity is</a:t>
                </a:r>
              </a:p>
              <a:p>
                <a:pPr marL="746125" lvl="1" indent="-285750">
                  <a:buFont typeface="Arial" panose="020B0604020202020204" pitchFamily="34" charset="0"/>
                  <a:buChar char="•"/>
                </a:pPr>
                <a:r>
                  <a:rPr lang="en-US" dirty="0"/>
                  <a:t>For a network with degree homophily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𝑖</m:t>
                            </m:r>
                          </m:sub>
                          <m:sup>
                            <m:r>
                              <a:rPr lang="en-US" b="0" i="1" smtClean="0">
                                <a:latin typeface="Cambria Math" panose="02040503050406030204" pitchFamily="18" charset="0"/>
                              </a:rPr>
                              <m:t>3</m:t>
                            </m:r>
                          </m:sup>
                        </m:sSubSup>
                      </m:e>
                    </m:d>
                  </m:oMath>
                </a14:m>
                <a:endParaRPr lang="en-US" dirty="0"/>
              </a:p>
              <a:p>
                <a:pPr marL="746125" lvl="1" indent="-285750">
                  <a:buFont typeface="Arial" panose="020B0604020202020204" pitchFamily="34" charset="0"/>
                  <a:buChar char="•"/>
                </a:pPr>
                <a:r>
                  <a:rPr lang="en-US" dirty="0"/>
                  <a:t>For a network without degree homophily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𝑘</m:t>
                            </m:r>
                          </m:e>
                          <m:sub>
                            <m:r>
                              <a:rPr lang="en-US" i="1">
                                <a:latin typeface="Cambria Math" panose="02040503050406030204" pitchFamily="18" charset="0"/>
                              </a:rPr>
                              <m:t>𝑖</m:t>
                            </m:r>
                          </m:sub>
                          <m:sup>
                            <m:r>
                              <a:rPr lang="en-US" b="0" i="1" smtClean="0">
                                <a:latin typeface="Cambria Math" panose="02040503050406030204" pitchFamily="18" charset="0"/>
                              </a:rPr>
                              <m:t>2</m:t>
                            </m:r>
                          </m:sup>
                        </m:sSubSup>
                        <m:f>
                          <m:fPr>
                            <m:ctrlPr>
                              <a:rPr lang="en-US"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𝑚</m:t>
                            </m:r>
                          </m:num>
                          <m:den>
                            <m:r>
                              <a:rPr lang="en-US" b="0" i="1" smtClean="0">
                                <a:latin typeface="Cambria Math" panose="02040503050406030204" pitchFamily="18" charset="0"/>
                              </a:rPr>
                              <m:t>𝑛</m:t>
                            </m:r>
                          </m:den>
                        </m:f>
                      </m:e>
                    </m:d>
                  </m:oMath>
                </a14:m>
                <a:endParaRPr lang="en-US" dirty="0"/>
              </a:p>
              <a:p>
                <a:pPr marL="285750" indent="-285750">
                  <a:buFont typeface="Arial" panose="020B0604020202020204" pitchFamily="34" charset="0"/>
                  <a:buChar char="•"/>
                </a:pPr>
                <a:r>
                  <a:rPr lang="en-US" dirty="0"/>
                  <a:t>For “scale-free” networks (i.e., those with a power law distribution on node degree), the complexity is effectively unbounded because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𝑖</m:t>
                        </m:r>
                      </m:sub>
                    </m:sSub>
                  </m:oMath>
                </a14:m>
                <a:r>
                  <a:rPr lang="en-US" dirty="0"/>
                  <a:t> is very large.</a:t>
                </a:r>
              </a:p>
            </p:txBody>
          </p:sp>
        </mc:Choice>
        <mc:Fallback xmlns="">
          <p:sp>
            <p:nvSpPr>
              <p:cNvPr id="3" name="Content Placeholder 2">
                <a:extLst>
                  <a:ext uri="{FF2B5EF4-FFF2-40B4-BE49-F238E27FC236}">
                    <a16:creationId xmlns:a16="http://schemas.microsoft.com/office/drawing/2014/main" id="{2E7E1A64-A92E-23A5-4C96-5F08F6B2728B}"/>
                  </a:ext>
                </a:extLst>
              </p:cNvPr>
              <p:cNvSpPr>
                <a:spLocks noGrp="1" noRot="1" noChangeAspect="1" noMove="1" noResize="1" noEditPoints="1" noAdjustHandles="1" noChangeArrowheads="1" noChangeShapeType="1" noTextEdit="1"/>
              </p:cNvSpPr>
              <p:nvPr>
                <p:ph idx="1"/>
              </p:nvPr>
            </p:nvSpPr>
            <p:spPr>
              <a:xfrm>
                <a:off x="1143001" y="1188720"/>
                <a:ext cx="6698322" cy="5580695"/>
              </a:xfrm>
              <a:blipFill>
                <a:blip r:embed="rId2"/>
                <a:stretch>
                  <a:fillRect l="-2652" t="-2273" r="-284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9E73521-9D73-B306-3E53-F9C34A8BBC63}"/>
              </a:ext>
            </a:extLst>
          </p:cNvPr>
          <p:cNvPicPr>
            <a:picLocks noChangeAspect="1"/>
          </p:cNvPicPr>
          <p:nvPr/>
        </p:nvPicPr>
        <p:blipFill>
          <a:blip r:embed="rId3"/>
          <a:stretch>
            <a:fillRect/>
          </a:stretch>
        </p:blipFill>
        <p:spPr>
          <a:xfrm>
            <a:off x="7702197" y="1188720"/>
            <a:ext cx="4320400" cy="3654884"/>
          </a:xfrm>
          <a:prstGeom prst="rect">
            <a:avLst/>
          </a:prstGeom>
        </p:spPr>
      </p:pic>
    </p:spTree>
    <p:extLst>
      <p:ext uri="{BB962C8B-B14F-4D97-AF65-F5344CB8AC3E}">
        <p14:creationId xmlns:p14="http://schemas.microsoft.com/office/powerpoint/2010/main" val="246820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10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6DA0D-B513-714A-5442-D23803D476B5}"/>
              </a:ext>
            </a:extLst>
          </p:cNvPr>
          <p:cNvSpPr>
            <a:spLocks noGrp="1"/>
          </p:cNvSpPr>
          <p:nvPr>
            <p:ph type="title"/>
          </p:nvPr>
        </p:nvSpPr>
        <p:spPr/>
        <p:txBody>
          <a:bodyPr/>
          <a:lstStyle/>
          <a:p>
            <a:r>
              <a:rPr lang="en-US" dirty="0"/>
              <a:t>Breadth-first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A70271-0A5F-9423-96DA-26F8EB14F1A6}"/>
                  </a:ext>
                </a:extLst>
              </p:cNvPr>
              <p:cNvSpPr>
                <a:spLocks noGrp="1"/>
              </p:cNvSpPr>
              <p:nvPr>
                <p:ph idx="1"/>
              </p:nvPr>
            </p:nvSpPr>
            <p:spPr>
              <a:xfrm>
                <a:off x="1143000" y="1188720"/>
                <a:ext cx="7041333" cy="5104987"/>
              </a:xfrm>
            </p:spPr>
            <p:txBody>
              <a:bodyPr/>
              <a:lstStyle/>
              <a:p>
                <a:pPr marL="342900" indent="-342900">
                  <a:buFont typeface="Arial" panose="020B0604020202020204" pitchFamily="34" charset="0"/>
                  <a:buChar char="•"/>
                </a:pPr>
                <a:r>
                  <a:rPr lang="en-US" dirty="0"/>
                  <a:t>Finds the </a:t>
                </a:r>
                <a:r>
                  <a:rPr lang="en-US" b="1" dirty="0"/>
                  <a:t>shortest distance </a:t>
                </a:r>
                <a:r>
                  <a:rPr lang="en-US" dirty="0"/>
                  <a:t>from a starting node, </a:t>
                </a:r>
                <a14:m>
                  <m:oMath xmlns:m="http://schemas.openxmlformats.org/officeDocument/2006/math">
                    <m:r>
                      <a:rPr lang="en-US" b="0" i="1" smtClean="0">
                        <a:latin typeface="Cambria Math" panose="02040503050406030204" pitchFamily="18" charset="0"/>
                      </a:rPr>
                      <m:t>𝑠</m:t>
                    </m:r>
                  </m:oMath>
                </a14:m>
                <a:r>
                  <a:rPr lang="en-US" dirty="0"/>
                  <a:t>, to all other nodes</a:t>
                </a:r>
              </a:p>
              <a:p>
                <a:pPr marL="342900" indent="-342900">
                  <a:buFont typeface="Arial" panose="020B0604020202020204" pitchFamily="34" charset="0"/>
                  <a:buChar char="•"/>
                </a:pPr>
                <a:r>
                  <a:rPr lang="en-US" dirty="0"/>
                  <a:t>We will need this to compute other metrics</a:t>
                </a:r>
              </a:p>
              <a:p>
                <a:pPr marL="342900" indent="-342900">
                  <a:buFont typeface="Arial" panose="020B0604020202020204" pitchFamily="34" charset="0"/>
                  <a:buChar char="•"/>
                </a:pPr>
                <a:r>
                  <a:rPr lang="en-US" dirty="0"/>
                  <a:t>General concept</a:t>
                </a:r>
              </a:p>
              <a:p>
                <a:pPr marL="917575" lvl="1" indent="-457200">
                  <a:buFont typeface="+mj-lt"/>
                  <a:buAutoNum type="arabicPeriod"/>
                </a:pPr>
                <a:r>
                  <a:rPr lang="en-US" dirty="0"/>
                  <a:t>Set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=0</m:t>
                    </m:r>
                  </m:oMath>
                </a14:m>
                <a:r>
                  <a:rPr lang="en-US" dirty="0"/>
                  <a:t>. Set distance to </a:t>
                </a:r>
                <a14:m>
                  <m:oMath xmlns:m="http://schemas.openxmlformats.org/officeDocument/2006/math">
                    <m:r>
                      <a:rPr lang="en-US" i="1">
                        <a:latin typeface="Cambria Math" panose="02040503050406030204" pitchFamily="18" charset="0"/>
                      </a:rPr>
                      <m:t>𝑠</m:t>
                    </m:r>
                  </m:oMath>
                </a14:m>
                <a:r>
                  <a:rPr lang="en-US" dirty="0"/>
                  <a:t> to </a:t>
                </a:r>
                <a14:m>
                  <m:oMath xmlns:m="http://schemas.openxmlformats.org/officeDocument/2006/math">
                    <m:r>
                      <a:rPr lang="en-US" i="1">
                        <a:latin typeface="Cambria Math" panose="02040503050406030204" pitchFamily="18" charset="0"/>
                      </a:rPr>
                      <m:t>𝑑</m:t>
                    </m:r>
                  </m:oMath>
                </a14:m>
                <a:r>
                  <a:rPr lang="en-US" dirty="0"/>
                  <a:t>, all other nodes set distance to undefined. </a:t>
                </a:r>
              </a:p>
              <a:p>
                <a:pPr marL="917575" lvl="1" indent="-457200">
                  <a:buFont typeface="+mj-lt"/>
                  <a:buAutoNum type="arabicPeriod"/>
                </a:pPr>
                <a:r>
                  <a:rPr lang="en-US" dirty="0"/>
                  <a:t>Find all nodes with current distance, </a:t>
                </a:r>
                <a14:m>
                  <m:oMath xmlns:m="http://schemas.openxmlformats.org/officeDocument/2006/math">
                    <m:r>
                      <a:rPr lang="en-US" i="1">
                        <a:latin typeface="Cambria Math" panose="02040503050406030204" pitchFamily="18" charset="0"/>
                      </a:rPr>
                      <m:t>𝑑</m:t>
                    </m:r>
                  </m:oMath>
                </a14:m>
                <a:r>
                  <a:rPr lang="en-US" dirty="0"/>
                  <a:t>. </a:t>
                </a:r>
              </a:p>
              <a:p>
                <a:pPr marL="1143000" lvl="2" indent="-457200"/>
                <a:r>
                  <a:rPr lang="en-US" dirty="0"/>
                  <a:t>If there are no such nodes, stop</a:t>
                </a:r>
              </a:p>
              <a:p>
                <a:pPr marL="1143000" lvl="2" indent="-457200"/>
                <a:r>
                  <a:rPr lang="en-US" dirty="0"/>
                  <a:t>In the first round, </a:t>
                </a:r>
                <a14:m>
                  <m:oMath xmlns:m="http://schemas.openxmlformats.org/officeDocument/2006/math">
                    <m:r>
                      <a:rPr lang="en-US" i="1">
                        <a:latin typeface="Cambria Math" panose="02040503050406030204" pitchFamily="18" charset="0"/>
                      </a:rPr>
                      <m:t>𝑠</m:t>
                    </m:r>
                  </m:oMath>
                </a14:m>
                <a:r>
                  <a:rPr lang="en-US" dirty="0"/>
                  <a:t>, will be the only node at distance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=0</m:t>
                    </m:r>
                  </m:oMath>
                </a14:m>
                <a:endParaRPr lang="en-US" dirty="0"/>
              </a:p>
              <a:p>
                <a:pPr marL="917575" lvl="1" indent="-457200">
                  <a:buFont typeface="+mj-lt"/>
                  <a:buAutoNum type="arabicPeriod"/>
                </a:pPr>
                <a:r>
                  <a:rPr lang="en-US" dirty="0"/>
                  <a:t>Fore each node, </a:t>
                </a:r>
                <a14:m>
                  <m:oMath xmlns:m="http://schemas.openxmlformats.org/officeDocument/2006/math">
                    <m:r>
                      <a:rPr lang="en-US" b="0" i="1" smtClean="0">
                        <a:latin typeface="Cambria Math" panose="02040503050406030204" pitchFamily="18" charset="0"/>
                      </a:rPr>
                      <m:t>𝑖</m:t>
                    </m:r>
                  </m:oMath>
                </a14:m>
                <a:r>
                  <a:rPr lang="en-US" dirty="0"/>
                  <a:t>, at the current distance, </a:t>
                </a:r>
                <a14:m>
                  <m:oMath xmlns:m="http://schemas.openxmlformats.org/officeDocument/2006/math">
                    <m:r>
                      <a:rPr lang="en-US" i="1">
                        <a:latin typeface="Cambria Math" panose="02040503050406030204" pitchFamily="18" charset="0"/>
                      </a:rPr>
                      <m:t>𝑑</m:t>
                    </m:r>
                  </m:oMath>
                </a14:m>
                <a:r>
                  <a:rPr lang="en-US" dirty="0"/>
                  <a:t>, check its neighbors</a:t>
                </a:r>
              </a:p>
              <a:p>
                <a:pPr marL="1143000" lvl="2" indent="-457200"/>
                <a:r>
                  <a:rPr lang="en-US" dirty="0"/>
                  <a:t>If the neighbor has a previously assigned distance, do nothing</a:t>
                </a:r>
              </a:p>
              <a:p>
                <a:pPr marL="1143000" lvl="2" indent="-457200"/>
                <a:r>
                  <a:rPr lang="en-US" dirty="0"/>
                  <a:t>Else, assign it distance </a:t>
                </a:r>
                <a14:m>
                  <m:oMath xmlns:m="http://schemas.openxmlformats.org/officeDocument/2006/math">
                    <m:r>
                      <a:rPr lang="en-US" i="1">
                        <a:latin typeface="Cambria Math" panose="02040503050406030204" pitchFamily="18" charset="0"/>
                      </a:rPr>
                      <m:t>𝑑</m:t>
                    </m:r>
                    <m:r>
                      <a:rPr lang="en-US" b="0" i="1" smtClean="0">
                        <a:latin typeface="Cambria Math" panose="02040503050406030204" pitchFamily="18" charset="0"/>
                      </a:rPr>
                      <m:t>+1</m:t>
                    </m:r>
                  </m:oMath>
                </a14:m>
                <a:endParaRPr lang="en-US" dirty="0"/>
              </a:p>
              <a:p>
                <a:pPr marL="1143000" lvl="2" indent="-457200"/>
                <a:r>
                  <a:rPr lang="en-US" dirty="0"/>
                  <a:t>Go back to step 2</a:t>
                </a:r>
              </a:p>
            </p:txBody>
          </p:sp>
        </mc:Choice>
        <mc:Fallback xmlns="">
          <p:sp>
            <p:nvSpPr>
              <p:cNvPr id="3" name="Content Placeholder 2">
                <a:extLst>
                  <a:ext uri="{FF2B5EF4-FFF2-40B4-BE49-F238E27FC236}">
                    <a16:creationId xmlns:a16="http://schemas.microsoft.com/office/drawing/2014/main" id="{19A70271-0A5F-9423-96DA-26F8EB14F1A6}"/>
                  </a:ext>
                </a:extLst>
              </p:cNvPr>
              <p:cNvSpPr>
                <a:spLocks noGrp="1" noRot="1" noChangeAspect="1" noMove="1" noResize="1" noEditPoints="1" noAdjustHandles="1" noChangeArrowheads="1" noChangeShapeType="1" noTextEdit="1"/>
              </p:cNvSpPr>
              <p:nvPr>
                <p:ph idx="1"/>
              </p:nvPr>
            </p:nvSpPr>
            <p:spPr>
              <a:xfrm>
                <a:off x="1143000" y="1188720"/>
                <a:ext cx="7041333" cy="5104987"/>
              </a:xfrm>
              <a:blipFill>
                <a:blip r:embed="rId2"/>
                <a:stretch>
                  <a:fillRect l="-2523" t="-2481" r="-3243" b="-1489"/>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41C57D84-D94C-9195-B3FE-EF4B9CC43750}"/>
              </a:ext>
            </a:extLst>
          </p:cNvPr>
          <p:cNvGrpSpPr/>
          <p:nvPr/>
        </p:nvGrpSpPr>
        <p:grpSpPr>
          <a:xfrm>
            <a:off x="8389624" y="1188720"/>
            <a:ext cx="3677387" cy="3581938"/>
            <a:chOff x="8389624" y="1188720"/>
            <a:chExt cx="3677387" cy="3581938"/>
          </a:xfrm>
        </p:grpSpPr>
        <p:pic>
          <p:nvPicPr>
            <p:cNvPr id="4" name="Picture 3" descr="A breadth-first search starts at a given node, which by definition has distance 0 from itself, and grows outward in layers or rounds, labeling nodes with their distance from the starting node as it goes. The nodes explored in the first round, which are the immediate neighbors of the starting node, have distance 1. The neighbors of those neighbors have distance 2, and so forth.">
              <a:extLst>
                <a:ext uri="{FF2B5EF4-FFF2-40B4-BE49-F238E27FC236}">
                  <a16:creationId xmlns:a16="http://schemas.microsoft.com/office/drawing/2014/main" id="{C8AD22B5-C473-ED63-7BEE-C85404F3952D}"/>
                </a:ext>
              </a:extLst>
            </p:cNvPr>
            <p:cNvPicPr>
              <a:picLocks noChangeAspect="1"/>
            </p:cNvPicPr>
            <p:nvPr/>
          </p:nvPicPr>
          <p:blipFill>
            <a:blip r:embed="rId3"/>
            <a:stretch>
              <a:fillRect/>
            </a:stretch>
          </p:blipFill>
          <p:spPr>
            <a:xfrm>
              <a:off x="8389624" y="1188720"/>
              <a:ext cx="3677387" cy="3221223"/>
            </a:xfrm>
            <a:prstGeom prst="rect">
              <a:avLst/>
            </a:prstGeom>
          </p:spPr>
        </p:pic>
        <p:sp>
          <p:nvSpPr>
            <p:cNvPr id="5" name="TextBox 4">
              <a:extLst>
                <a:ext uri="{FF2B5EF4-FFF2-40B4-BE49-F238E27FC236}">
                  <a16:creationId xmlns:a16="http://schemas.microsoft.com/office/drawing/2014/main" id="{E06047BD-C64B-7FF2-FC0D-19B678FAF733}"/>
                </a:ext>
              </a:extLst>
            </p:cNvPr>
            <p:cNvSpPr txBox="1"/>
            <p:nvPr/>
          </p:nvSpPr>
          <p:spPr>
            <a:xfrm>
              <a:off x="9282384" y="4509048"/>
              <a:ext cx="1891865" cy="261610"/>
            </a:xfrm>
            <a:prstGeom prst="rect">
              <a:avLst/>
            </a:prstGeom>
            <a:noFill/>
          </p:spPr>
          <p:txBody>
            <a:bodyPr wrap="none" rtlCol="0">
              <a:spAutoFit/>
            </a:bodyPr>
            <a:lstStyle/>
            <a:p>
              <a:r>
                <a:rPr lang="en-US" sz="1100" dirty="0">
                  <a:solidFill>
                    <a:schemeClr val="tx1">
                      <a:lumMod val="50000"/>
                      <a:lumOff val="50000"/>
                    </a:schemeClr>
                  </a:solidFill>
                </a:rPr>
                <a:t>Image credit: Newman 2018</a:t>
              </a:r>
            </a:p>
          </p:txBody>
        </p:sp>
      </p:grpSp>
    </p:spTree>
    <p:extLst>
      <p:ext uri="{BB962C8B-B14F-4D97-AF65-F5344CB8AC3E}">
        <p14:creationId xmlns:p14="http://schemas.microsoft.com/office/powerpoint/2010/main" val="4209422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10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10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10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10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10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1000"/>
                                        <p:tgtEl>
                                          <p:spTgt spid="3">
                                            <p:txEl>
                                              <p:pRg st="10" end="1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BC11-6047-AF24-0447-EE7ED6323D50}"/>
              </a:ext>
            </a:extLst>
          </p:cNvPr>
          <p:cNvSpPr>
            <a:spLocks noGrp="1"/>
          </p:cNvSpPr>
          <p:nvPr>
            <p:ph type="title"/>
          </p:nvPr>
        </p:nvSpPr>
        <p:spPr/>
        <p:txBody>
          <a:bodyPr/>
          <a:lstStyle/>
          <a:p>
            <a:r>
              <a:rPr lang="en-US" dirty="0"/>
              <a:t>Breadth-first search implementation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412709-9435-25CE-B483-2D997DE9614E}"/>
                  </a:ext>
                </a:extLst>
              </p:cNvPr>
              <p:cNvSpPr>
                <a:spLocks noGrp="1"/>
              </p:cNvSpPr>
              <p:nvPr>
                <p:ph idx="1"/>
              </p:nvPr>
            </p:nvSpPr>
            <p:spPr>
              <a:xfrm>
                <a:off x="1143000" y="1188720"/>
                <a:ext cx="5741881" cy="4643835"/>
              </a:xfrm>
            </p:spPr>
            <p:txBody>
              <a:bodyPr/>
              <a:lstStyle/>
              <a:p>
                <a:pPr marL="342900" indent="-342900">
                  <a:buFont typeface="Arial" panose="020B0604020202020204" pitchFamily="34" charset="0"/>
                  <a:buChar char="•"/>
                </a:pPr>
                <a:r>
                  <a:rPr lang="en-US" dirty="0"/>
                  <a:t>Naïve approach</a:t>
                </a:r>
              </a:p>
              <a:p>
                <a:pPr marL="917575" lvl="1" indent="-457200">
                  <a:buFont typeface="+mj-lt"/>
                  <a:buAutoNum type="arabicPeriod"/>
                </a:pPr>
                <a:r>
                  <a:rPr lang="en-US" dirty="0"/>
                  <a:t>Create an array, </a:t>
                </a:r>
                <a14:m>
                  <m:oMath xmlns:m="http://schemas.openxmlformats.org/officeDocument/2006/math">
                    <m:r>
                      <a:rPr lang="en-US" b="0" i="1" smtClean="0">
                        <a:latin typeface="Cambria Math" panose="02040503050406030204" pitchFamily="18" charset="0"/>
                      </a:rPr>
                      <m:t>𝑑𝑖𝑠</m:t>
                    </m:r>
                  </m:oMath>
                </a14:m>
                <a:r>
                  <a:rPr lang="en-US" dirty="0"/>
                  <a:t>, of n integers to store distance of each node from </a:t>
                </a:r>
                <a14:m>
                  <m:oMath xmlns:m="http://schemas.openxmlformats.org/officeDocument/2006/math">
                    <m:r>
                      <a:rPr lang="en-US" b="0" i="1" smtClean="0">
                        <a:latin typeface="Cambria Math" panose="02040503050406030204" pitchFamily="18" charset="0"/>
                      </a:rPr>
                      <m:t>𝑠</m:t>
                    </m:r>
                  </m:oMath>
                </a14:m>
                <a:endParaRPr lang="en-US" dirty="0"/>
              </a:p>
              <a:p>
                <a:pPr marL="917575" lvl="1" indent="-457200">
                  <a:buFont typeface="+mj-lt"/>
                  <a:buAutoNum type="arabicPeriod"/>
                </a:pPr>
                <a:r>
                  <a:rPr lang="en-US" dirty="0"/>
                  <a:t>Set the distance from </a:t>
                </a:r>
                <a14:m>
                  <m:oMath xmlns:m="http://schemas.openxmlformats.org/officeDocument/2006/math">
                    <m:r>
                      <a:rPr lang="en-US" i="1">
                        <a:latin typeface="Cambria Math" panose="02040503050406030204" pitchFamily="18" charset="0"/>
                      </a:rPr>
                      <m:t>𝑠</m:t>
                    </m:r>
                  </m:oMath>
                </a14:m>
                <a:r>
                  <a:rPr lang="en-US" dirty="0"/>
                  <a:t> to itself to 0, all others to -1</a:t>
                </a:r>
              </a:p>
              <a:p>
                <a:pPr marL="917575" lvl="1" indent="-457200">
                  <a:buFont typeface="+mj-lt"/>
                  <a:buAutoNum type="arabicPeriod"/>
                </a:pPr>
                <a:r>
                  <a:rPr lang="en-US" dirty="0"/>
                  <a:t>Set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=0</m:t>
                    </m:r>
                  </m:oMath>
                </a14:m>
                <a:endParaRPr lang="en-US" dirty="0"/>
              </a:p>
              <a:p>
                <a:pPr marL="917575" lvl="1" indent="-457200">
                  <a:buFont typeface="+mj-lt"/>
                  <a:buAutoNum type="arabicPeriod"/>
                </a:pPr>
                <a:r>
                  <a:rPr lang="en-US" b="1" dirty="0"/>
                  <a:t>Examine the </a:t>
                </a:r>
                <a14:m>
                  <m:oMath xmlns:m="http://schemas.openxmlformats.org/officeDocument/2006/math">
                    <m:r>
                      <a:rPr lang="en-US" b="1" i="1">
                        <a:latin typeface="Cambria Math" panose="02040503050406030204" pitchFamily="18" charset="0"/>
                      </a:rPr>
                      <m:t>𝒅𝒊𝒔</m:t>
                    </m:r>
                  </m:oMath>
                </a14:m>
                <a:r>
                  <a:rPr lang="en-US" b="1" dirty="0"/>
                  <a:t> array to find all nodes that are distance </a:t>
                </a:r>
                <a14:m>
                  <m:oMath xmlns:m="http://schemas.openxmlformats.org/officeDocument/2006/math">
                    <m:r>
                      <a:rPr lang="en-US" b="1" i="1">
                        <a:latin typeface="Cambria Math" panose="02040503050406030204" pitchFamily="18" charset="0"/>
                      </a:rPr>
                      <m:t>𝒅</m:t>
                    </m:r>
                  </m:oMath>
                </a14:m>
                <a:r>
                  <a:rPr lang="en-US" b="1" dirty="0"/>
                  <a:t> from </a:t>
                </a:r>
                <a14:m>
                  <m:oMath xmlns:m="http://schemas.openxmlformats.org/officeDocument/2006/math">
                    <m:r>
                      <a:rPr lang="en-US" b="1" i="1">
                        <a:latin typeface="Cambria Math" panose="02040503050406030204" pitchFamily="18" charset="0"/>
                      </a:rPr>
                      <m:t>𝒔</m:t>
                    </m:r>
                  </m:oMath>
                </a14:m>
                <a:endParaRPr lang="en-US" b="1" dirty="0"/>
              </a:p>
              <a:p>
                <a:pPr marL="917575" lvl="1" indent="-457200">
                  <a:buFont typeface="+mj-lt"/>
                  <a:buAutoNum type="arabicPeriod"/>
                </a:pPr>
                <a:r>
                  <a:rPr lang="en-US" dirty="0"/>
                  <a:t>Find the neighbors of those nodes and set them to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+1</m:t>
                    </m:r>
                  </m:oMath>
                </a14:m>
                <a:r>
                  <a:rPr lang="en-US" dirty="0"/>
                  <a:t> if their value is -1 (otherwise leave as is)</a:t>
                </a:r>
              </a:p>
              <a:p>
                <a:pPr marL="917575" lvl="1" indent="-457200">
                  <a:buFont typeface="+mj-lt"/>
                  <a:buAutoNum type="arabicPeriod"/>
                </a:pPr>
                <a:r>
                  <a:rPr lang="en-US" dirty="0"/>
                  <a:t>Increase </a:t>
                </a:r>
                <a14:m>
                  <m:oMath xmlns:m="http://schemas.openxmlformats.org/officeDocument/2006/math">
                    <m:r>
                      <a:rPr lang="en-US" b="0" i="1" smtClean="0">
                        <a:latin typeface="Cambria Math" panose="02040503050406030204" pitchFamily="18" charset="0"/>
                      </a:rPr>
                      <m:t>𝑑</m:t>
                    </m:r>
                  </m:oMath>
                </a14:m>
                <a:r>
                  <a:rPr lang="en-US" dirty="0"/>
                  <a:t> by 1</a:t>
                </a:r>
              </a:p>
              <a:p>
                <a:pPr marL="917575" lvl="1" indent="-457200">
                  <a:buFont typeface="+mj-lt"/>
                  <a:buAutoNum type="arabicPeriod"/>
                </a:pPr>
                <a:r>
                  <a:rPr lang="en-US" dirty="0"/>
                  <a:t>Repeat from step 4</a:t>
                </a:r>
              </a:p>
            </p:txBody>
          </p:sp>
        </mc:Choice>
        <mc:Fallback xmlns="">
          <p:sp>
            <p:nvSpPr>
              <p:cNvPr id="3" name="Content Placeholder 2">
                <a:extLst>
                  <a:ext uri="{FF2B5EF4-FFF2-40B4-BE49-F238E27FC236}">
                    <a16:creationId xmlns:a16="http://schemas.microsoft.com/office/drawing/2014/main" id="{3D412709-9435-25CE-B483-2D997DE9614E}"/>
                  </a:ext>
                </a:extLst>
              </p:cNvPr>
              <p:cNvSpPr>
                <a:spLocks noGrp="1" noRot="1" noChangeAspect="1" noMove="1" noResize="1" noEditPoints="1" noAdjustHandles="1" noChangeArrowheads="1" noChangeShapeType="1" noTextEdit="1"/>
              </p:cNvSpPr>
              <p:nvPr>
                <p:ph idx="1"/>
              </p:nvPr>
            </p:nvSpPr>
            <p:spPr>
              <a:xfrm>
                <a:off x="1143000" y="1188720"/>
                <a:ext cx="5741881" cy="4643835"/>
              </a:xfrm>
              <a:blipFill>
                <a:blip r:embed="rId2"/>
                <a:stretch>
                  <a:fillRect l="-3097" t="-2725" r="-3540" b="-2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920F43B-DDD9-DECD-0935-728C61BA1E25}"/>
                  </a:ext>
                </a:extLst>
              </p:cNvPr>
              <p:cNvSpPr txBox="1"/>
              <p:nvPr/>
            </p:nvSpPr>
            <p:spPr>
              <a:xfrm>
                <a:off x="7140166" y="1638677"/>
                <a:ext cx="4952245"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179388" indent="-179388">
                  <a:buFont typeface="Arial" panose="020B0604020202020204" pitchFamily="34" charset="0"/>
                  <a:buChar char="•"/>
                </a:pPr>
                <a:r>
                  <a:rPr lang="en-US" dirty="0"/>
                  <a:t>In the worst case, this algorithm has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due to the repeated checks of the distance array</a:t>
                </a:r>
              </a:p>
              <a:p>
                <a:pPr marL="179388" indent="-179388">
                  <a:buFont typeface="Arial" panose="020B0604020202020204" pitchFamily="34" charset="0"/>
                  <a:buChar char="•"/>
                </a:pPr>
                <a:r>
                  <a:rPr lang="en-US" dirty="0"/>
                  <a:t>Observe that in each round, the nodes who’s distances we set to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+1</m:t>
                    </m:r>
                  </m:oMath>
                </a14:m>
                <a:r>
                  <a:rPr lang="en-US" dirty="0"/>
                  <a:t> are the ones that are distance </a:t>
                </a:r>
                <a14:m>
                  <m:oMath xmlns:m="http://schemas.openxmlformats.org/officeDocument/2006/math">
                    <m:r>
                      <a:rPr lang="en-US" i="1">
                        <a:latin typeface="Cambria Math" panose="02040503050406030204" pitchFamily="18" charset="0"/>
                      </a:rPr>
                      <m:t>𝑑</m:t>
                    </m:r>
                  </m:oMath>
                </a14:m>
                <a:r>
                  <a:rPr lang="en-US" dirty="0"/>
                  <a:t> from </a:t>
                </a:r>
                <a14:m>
                  <m:oMath xmlns:m="http://schemas.openxmlformats.org/officeDocument/2006/math">
                    <m:r>
                      <a:rPr lang="en-US" b="0" i="1" smtClean="0">
                        <a:latin typeface="Cambria Math" panose="02040503050406030204" pitchFamily="18" charset="0"/>
                      </a:rPr>
                      <m:t>𝑠</m:t>
                    </m:r>
                  </m:oMath>
                </a14:m>
                <a:r>
                  <a:rPr lang="en-US" dirty="0"/>
                  <a:t> in the next round</a:t>
                </a:r>
              </a:p>
              <a:p>
                <a:pPr marL="179388" indent="-179388">
                  <a:buFont typeface="Arial" panose="020B0604020202020204" pitchFamily="34" charset="0"/>
                  <a:buChar char="•"/>
                </a:pPr>
                <a:r>
                  <a:rPr lang="en-US" dirty="0"/>
                  <a:t>If we store these in a queue, we can get a much more efficient algorithm with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m:t>
                        </m:r>
                        <m:r>
                          <a:rPr lang="en-US" b="0" i="1" smtClean="0">
                            <a:latin typeface="Cambria Math" panose="02040503050406030204" pitchFamily="18" charset="0"/>
                          </a:rPr>
                          <m:t>𝑛</m:t>
                        </m:r>
                      </m:e>
                    </m:d>
                  </m:oMath>
                </a14:m>
                <a:r>
                  <a:rPr lang="en-US" dirty="0"/>
                  <a:t> complexity</a:t>
                </a:r>
              </a:p>
            </p:txBody>
          </p:sp>
        </mc:Choice>
        <mc:Fallback xmlns="">
          <p:sp>
            <p:nvSpPr>
              <p:cNvPr id="4" name="TextBox 3">
                <a:extLst>
                  <a:ext uri="{FF2B5EF4-FFF2-40B4-BE49-F238E27FC236}">
                    <a16:creationId xmlns:a16="http://schemas.microsoft.com/office/drawing/2014/main" id="{B920F43B-DDD9-DECD-0935-728C61BA1E25}"/>
                  </a:ext>
                </a:extLst>
              </p:cNvPr>
              <p:cNvSpPr txBox="1">
                <a:spLocks noRot="1" noChangeAspect="1" noMove="1" noResize="1" noEditPoints="1" noAdjustHandles="1" noChangeArrowheads="1" noChangeShapeType="1" noTextEdit="1"/>
              </p:cNvSpPr>
              <p:nvPr/>
            </p:nvSpPr>
            <p:spPr>
              <a:xfrm>
                <a:off x="7140166" y="1638677"/>
                <a:ext cx="4952245" cy="2585323"/>
              </a:xfrm>
              <a:prstGeom prst="rect">
                <a:avLst/>
              </a:prstGeom>
              <a:blipFill>
                <a:blip r:embed="rId3"/>
                <a:stretch>
                  <a:fillRect l="-510" t="-16990" r="-1020" b="-1942"/>
                </a:stretch>
              </a:blipFill>
            </p:spPr>
            <p:txBody>
              <a:bodyPr/>
              <a:lstStyle/>
              <a:p>
                <a:r>
                  <a:rPr lang="en-US">
                    <a:noFill/>
                  </a:rPr>
                  <a:t> </a:t>
                </a:r>
              </a:p>
            </p:txBody>
          </p:sp>
        </mc:Fallback>
      </mc:AlternateContent>
      <p:sp>
        <p:nvSpPr>
          <p:cNvPr id="5" name="Rounded Rectangle 4">
            <a:extLst>
              <a:ext uri="{FF2B5EF4-FFF2-40B4-BE49-F238E27FC236}">
                <a16:creationId xmlns:a16="http://schemas.microsoft.com/office/drawing/2014/main" id="{EA7E1CCA-5895-24BF-8AF9-29AF8DE1FC8F}"/>
              </a:ext>
            </a:extLst>
          </p:cNvPr>
          <p:cNvSpPr/>
          <p:nvPr/>
        </p:nvSpPr>
        <p:spPr>
          <a:xfrm>
            <a:off x="7140166" y="4318111"/>
            <a:ext cx="4952245" cy="48395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a:t>
            </a:r>
            <a:r>
              <a:rPr lang="en-US" sz="1000" dirty="0" err="1"/>
              <a:t>bfs_algorithm_visualization.html</a:t>
            </a:r>
            <a:endParaRPr lang="en-US" sz="1000" dirty="0"/>
          </a:p>
        </p:txBody>
      </p:sp>
    </p:spTree>
    <p:extLst>
      <p:ext uri="{BB962C8B-B14F-4D97-AF65-F5344CB8AC3E}">
        <p14:creationId xmlns:p14="http://schemas.microsoft.com/office/powerpoint/2010/main" val="259463021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5156-2524-700B-5803-3F8B2D95DEA1}"/>
              </a:ext>
            </a:extLst>
          </p:cNvPr>
          <p:cNvSpPr>
            <a:spLocks noGrp="1"/>
          </p:cNvSpPr>
          <p:nvPr>
            <p:ph type="title"/>
          </p:nvPr>
        </p:nvSpPr>
        <p:spPr/>
        <p:txBody>
          <a:bodyPr/>
          <a:lstStyle/>
          <a:p>
            <a:r>
              <a:rPr lang="en-US" dirty="0"/>
              <a:t>Finding shortest paths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A16C84-0F7D-B844-174E-2AFB6F669A97}"/>
                  </a:ext>
                </a:extLst>
              </p:cNvPr>
              <p:cNvSpPr>
                <a:spLocks noGrp="1"/>
              </p:cNvSpPr>
              <p:nvPr>
                <p:ph idx="1"/>
              </p:nvPr>
            </p:nvSpPr>
            <p:spPr>
              <a:xfrm>
                <a:off x="1143000" y="1188720"/>
                <a:ext cx="7575487" cy="1074140"/>
              </a:xfrm>
            </p:spPr>
            <p:txBody>
              <a:bodyPr/>
              <a:lstStyle/>
              <a:p>
                <a:pPr marL="342900" indent="-342900">
                  <a:buFont typeface="Arial" panose="020B0604020202020204" pitchFamily="34" charset="0"/>
                  <a:buChar char="•"/>
                </a:pPr>
                <a:r>
                  <a:rPr lang="en-US" dirty="0"/>
                  <a:t>Goal is to find ALL shortest paths from a node </a:t>
                </a:r>
                <a14:m>
                  <m:oMath xmlns:m="http://schemas.openxmlformats.org/officeDocument/2006/math">
                    <m:r>
                      <a:rPr lang="en-US" b="0" i="1" smtClean="0">
                        <a:latin typeface="Cambria Math" panose="02040503050406030204" pitchFamily="18" charset="0"/>
                      </a:rPr>
                      <m:t>𝑠</m:t>
                    </m:r>
                  </m:oMath>
                </a14:m>
                <a:r>
                  <a:rPr lang="en-US" dirty="0"/>
                  <a:t> to any other node</a:t>
                </a:r>
              </a:p>
              <a:p>
                <a:pPr marL="342900" indent="-342900">
                  <a:buFont typeface="Arial" panose="020B0604020202020204" pitchFamily="34" charset="0"/>
                  <a:buChar char="•"/>
                </a:pPr>
                <a:r>
                  <a:rPr lang="en-US" dirty="0"/>
                  <a:t>There may be multiple shortest paths</a:t>
                </a:r>
              </a:p>
            </p:txBody>
          </p:sp>
        </mc:Choice>
        <mc:Fallback xmlns="">
          <p:sp>
            <p:nvSpPr>
              <p:cNvPr id="3" name="Content Placeholder 2">
                <a:extLst>
                  <a:ext uri="{FF2B5EF4-FFF2-40B4-BE49-F238E27FC236}">
                    <a16:creationId xmlns:a16="http://schemas.microsoft.com/office/drawing/2014/main" id="{0EA16C84-0F7D-B844-174E-2AFB6F669A97}"/>
                  </a:ext>
                </a:extLst>
              </p:cNvPr>
              <p:cNvSpPr>
                <a:spLocks noGrp="1" noRot="1" noChangeAspect="1" noMove="1" noResize="1" noEditPoints="1" noAdjustHandles="1" noChangeArrowheads="1" noChangeShapeType="1" noTextEdit="1"/>
              </p:cNvSpPr>
              <p:nvPr>
                <p:ph idx="1"/>
              </p:nvPr>
            </p:nvSpPr>
            <p:spPr>
              <a:xfrm>
                <a:off x="1143000" y="1188720"/>
                <a:ext cx="7575487" cy="1074140"/>
              </a:xfrm>
              <a:blipFill>
                <a:blip r:embed="rId2"/>
                <a:stretch>
                  <a:fillRect l="-2345" t="-11628" b="-1627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6A1E75F-9AAE-0020-0E77-A6468FE1349C}"/>
              </a:ext>
            </a:extLst>
          </p:cNvPr>
          <p:cNvPicPr>
            <a:picLocks noChangeAspect="1"/>
          </p:cNvPicPr>
          <p:nvPr/>
        </p:nvPicPr>
        <p:blipFill>
          <a:blip r:embed="rId3"/>
          <a:stretch>
            <a:fillRect/>
          </a:stretch>
        </p:blipFill>
        <p:spPr>
          <a:xfrm>
            <a:off x="1143000" y="2368302"/>
            <a:ext cx="7772400" cy="2408850"/>
          </a:xfrm>
          <a:prstGeom prst="rect">
            <a:avLst/>
          </a:prstGeom>
        </p:spPr>
      </p:pic>
      <p:cxnSp>
        <p:nvCxnSpPr>
          <p:cNvPr id="7" name="Straight Connector 6">
            <a:extLst>
              <a:ext uri="{FF2B5EF4-FFF2-40B4-BE49-F238E27FC236}">
                <a16:creationId xmlns:a16="http://schemas.microsoft.com/office/drawing/2014/main" id="{3B967CFD-E06F-518F-33A6-FF6E350003D4}"/>
              </a:ext>
            </a:extLst>
          </p:cNvPr>
          <p:cNvCxnSpPr/>
          <p:nvPr/>
        </p:nvCxnSpPr>
        <p:spPr>
          <a:xfrm flipH="1">
            <a:off x="10230416" y="2163778"/>
            <a:ext cx="371192" cy="697117"/>
          </a:xfrm>
          <a:prstGeom prst="line">
            <a:avLst/>
          </a:prstGeom>
          <a:ln w="571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4CDB683B-A637-EABD-7433-2F8D7E983664}"/>
              </a:ext>
            </a:extLst>
          </p:cNvPr>
          <p:cNvCxnSpPr>
            <a:cxnSpLocks/>
          </p:cNvCxnSpPr>
          <p:nvPr/>
        </p:nvCxnSpPr>
        <p:spPr>
          <a:xfrm>
            <a:off x="10809838" y="2163778"/>
            <a:ext cx="340866" cy="697117"/>
          </a:xfrm>
          <a:prstGeom prst="line">
            <a:avLst/>
          </a:prstGeom>
          <a:ln w="571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41305153-C187-A348-25D9-08A38D26D435}"/>
              </a:ext>
            </a:extLst>
          </p:cNvPr>
          <p:cNvCxnSpPr>
            <a:cxnSpLocks/>
          </p:cNvCxnSpPr>
          <p:nvPr/>
        </p:nvCxnSpPr>
        <p:spPr>
          <a:xfrm>
            <a:off x="10230416" y="3313568"/>
            <a:ext cx="371192" cy="683538"/>
          </a:xfrm>
          <a:prstGeom prst="line">
            <a:avLst/>
          </a:prstGeom>
          <a:ln w="57150">
            <a:solidFill>
              <a:schemeClr val="accent2"/>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75CFB10A-1AA0-76F5-B6EB-A3CD8CCA7C85}"/>
              </a:ext>
            </a:extLst>
          </p:cNvPr>
          <p:cNvCxnSpPr>
            <a:cxnSpLocks/>
          </p:cNvCxnSpPr>
          <p:nvPr/>
        </p:nvCxnSpPr>
        <p:spPr>
          <a:xfrm flipH="1">
            <a:off x="10809838" y="3313568"/>
            <a:ext cx="340866" cy="683538"/>
          </a:xfrm>
          <a:prstGeom prst="line">
            <a:avLst/>
          </a:prstGeom>
          <a:ln w="57150">
            <a:solidFill>
              <a:schemeClr val="accent2"/>
            </a:solidFill>
          </a:ln>
        </p:spPr>
        <p:style>
          <a:lnRef idx="1">
            <a:schemeClr val="accent2"/>
          </a:lnRef>
          <a:fillRef idx="0">
            <a:schemeClr val="accent2"/>
          </a:fillRef>
          <a:effectRef idx="0">
            <a:schemeClr val="accent2"/>
          </a:effectRef>
          <a:fontRef idx="minor">
            <a:schemeClr val="tx1"/>
          </a:fontRef>
        </p:style>
      </p:cxnSp>
      <p:grpSp>
        <p:nvGrpSpPr>
          <p:cNvPr id="22" name="Group 21">
            <a:extLst>
              <a:ext uri="{FF2B5EF4-FFF2-40B4-BE49-F238E27FC236}">
                <a16:creationId xmlns:a16="http://schemas.microsoft.com/office/drawing/2014/main" id="{2F97C290-7189-141E-D9C4-D9C0E68F209A}"/>
              </a:ext>
            </a:extLst>
          </p:cNvPr>
          <p:cNvGrpSpPr/>
          <p:nvPr/>
        </p:nvGrpSpPr>
        <p:grpSpPr>
          <a:xfrm>
            <a:off x="9276637" y="1208775"/>
            <a:ext cx="2391017" cy="5009145"/>
            <a:chOff x="9267583" y="1623777"/>
            <a:chExt cx="2391017" cy="5009145"/>
          </a:xfrm>
        </p:grpSpPr>
        <p:pic>
          <p:nvPicPr>
            <p:cNvPr id="5" name="Picture 4">
              <a:extLst>
                <a:ext uri="{FF2B5EF4-FFF2-40B4-BE49-F238E27FC236}">
                  <a16:creationId xmlns:a16="http://schemas.microsoft.com/office/drawing/2014/main" id="{8F162515-9123-E2F1-3656-00D49C44CD87}"/>
                </a:ext>
              </a:extLst>
            </p:cNvPr>
            <p:cNvPicPr>
              <a:picLocks noChangeAspect="1"/>
            </p:cNvPicPr>
            <p:nvPr/>
          </p:nvPicPr>
          <p:blipFill>
            <a:blip r:embed="rId4"/>
            <a:stretch>
              <a:fillRect/>
            </a:stretch>
          </p:blipFill>
          <p:spPr>
            <a:xfrm>
              <a:off x="9267583" y="1623777"/>
              <a:ext cx="2391017" cy="4007479"/>
            </a:xfrm>
            <a:prstGeom prst="rect">
              <a:avLst/>
            </a:prstGeom>
          </p:spPr>
        </p:pic>
        <p:sp>
          <p:nvSpPr>
            <p:cNvPr id="19" name="TextBox 18">
              <a:extLst>
                <a:ext uri="{FF2B5EF4-FFF2-40B4-BE49-F238E27FC236}">
                  <a16:creationId xmlns:a16="http://schemas.microsoft.com/office/drawing/2014/main" id="{E2DF542F-0C19-C4A6-88EE-2B59B6097548}"/>
                </a:ext>
              </a:extLst>
            </p:cNvPr>
            <p:cNvSpPr txBox="1"/>
            <p:nvPr/>
          </p:nvSpPr>
          <p:spPr>
            <a:xfrm>
              <a:off x="9267583" y="5709592"/>
              <a:ext cx="2391017"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There are two </a:t>
              </a:r>
              <a:r>
                <a:rPr lang="en-US" i="1" dirty="0"/>
                <a:t>shortest paths</a:t>
              </a:r>
              <a:r>
                <a:rPr lang="en-US" dirty="0"/>
                <a:t> from node 0 to node 4</a:t>
              </a:r>
            </a:p>
          </p:txBody>
        </p:sp>
      </p:gr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9A3B4911-891B-087A-D15B-ECE7753AC854}"/>
                  </a:ext>
                </a:extLst>
              </p:cNvPr>
              <p:cNvSpPr txBox="1">
                <a:spLocks/>
              </p:cNvSpPr>
              <p:nvPr/>
            </p:nvSpPr>
            <p:spPr>
              <a:xfrm>
                <a:off x="1142999" y="4879303"/>
                <a:ext cx="7575487" cy="997196"/>
              </a:xfrm>
              <a:prstGeom prst="rect">
                <a:avLst/>
              </a:prstGeom>
            </p:spPr>
            <p:txBody>
              <a:bodyPr vert="horz" lIns="0" tIns="0" rIns="0" bIns="0" rtlCol="0" anchor="t">
                <a:spAutoFit/>
              </a:bodyPr>
              <a:lstStyle>
                <a:lvl1pPr marL="0" indent="0" algn="l" defTabSz="914400" rtl="0" eaLnBrk="1" latinLnBrk="0" hangingPunct="1">
                  <a:lnSpc>
                    <a:spcPct val="90000"/>
                  </a:lnSpc>
                  <a:spcBef>
                    <a:spcPts val="0"/>
                  </a:spcBef>
                  <a:spcAft>
                    <a:spcPts val="600"/>
                  </a:spcAft>
                  <a:buClr>
                    <a:schemeClr val="accent2"/>
                  </a:buClr>
                  <a:buFont typeface="Wingdings" pitchFamily="2" charset="2"/>
                  <a:buNone/>
                  <a:defRPr sz="2400" b="0" i="0" kern="1200">
                    <a:solidFill>
                      <a:schemeClr val="tx2"/>
                    </a:solidFill>
                    <a:latin typeface="+mn-lt"/>
                    <a:ea typeface="+mn-ea"/>
                    <a:cs typeface="+mn-cs"/>
                  </a:defRPr>
                </a:lvl1pPr>
                <a:lvl2pPr marL="460375" indent="0" algn="l" defTabSz="914400" rtl="0" eaLnBrk="1" latinLnBrk="0" hangingPunct="1">
                  <a:lnSpc>
                    <a:spcPct val="90000"/>
                  </a:lnSpc>
                  <a:spcBef>
                    <a:spcPts val="500"/>
                  </a:spcBef>
                  <a:spcAft>
                    <a:spcPts val="600"/>
                  </a:spcAft>
                  <a:buClr>
                    <a:schemeClr val="accent2"/>
                  </a:buClr>
                  <a:buFont typeface="Wingdings" pitchFamily="2" charset="2"/>
                  <a:buChar char="§"/>
                  <a:tabLst/>
                  <a:defRPr sz="2000" b="0" i="0" kern="1200">
                    <a:solidFill>
                      <a:schemeClr val="tx2"/>
                    </a:solidFill>
                    <a:latin typeface="+mn-lt"/>
                    <a:ea typeface="+mn-ea"/>
                    <a:cs typeface="+mn-cs"/>
                  </a:defRPr>
                </a:lvl2pPr>
                <a:lvl3pPr marL="685800" indent="0" algn="l" defTabSz="914400" rtl="0" eaLnBrk="1" latinLnBrk="0" hangingPunct="1">
                  <a:lnSpc>
                    <a:spcPct val="90000"/>
                  </a:lnSpc>
                  <a:spcBef>
                    <a:spcPts val="500"/>
                  </a:spcBef>
                  <a:spcAft>
                    <a:spcPts val="600"/>
                  </a:spcAft>
                  <a:buClr>
                    <a:schemeClr val="accent2"/>
                  </a:buClr>
                  <a:buFont typeface="System Font Regular"/>
                  <a:buChar char="-"/>
                  <a:tabLst/>
                  <a:defRPr sz="1600" b="0" i="0" kern="1200">
                    <a:solidFill>
                      <a:schemeClr val="tx2"/>
                    </a:solidFill>
                    <a:latin typeface="+mn-lt"/>
                    <a:ea typeface="+mn-ea"/>
                    <a:cs typeface="+mn-cs"/>
                  </a:defRPr>
                </a:lvl3pPr>
                <a:lvl4pPr marL="858838" indent="-234950"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4pPr>
                <a:lvl5pPr marL="1033463" indent="-214313" algn="l" defTabSz="914400" rtl="0" eaLnBrk="1" latinLnBrk="0" hangingPunct="1">
                  <a:lnSpc>
                    <a:spcPct val="90000"/>
                  </a:lnSpc>
                  <a:spcBef>
                    <a:spcPts val="500"/>
                  </a:spcBef>
                  <a:buClr>
                    <a:schemeClr val="accent2"/>
                  </a:buClr>
                  <a:buFont typeface="Wingdings" pitchFamily="2" charset="2"/>
                  <a:buChar char="§"/>
                  <a:tabLst/>
                  <a:defRPr sz="16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Complexity is the same as our </a:t>
                </a:r>
                <a:r>
                  <a:rPr lang="en-US" dirty="0" err="1"/>
                  <a:t>BFS</a:t>
                </a:r>
                <a:r>
                  <a:rPr lang="en-US" dirty="0"/>
                  <a:t> algorithm as the only extra step is storing the paths dictionary which has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a14:m>
                <a:r>
                  <a:rPr lang="en-US" dirty="0"/>
                  <a:t> complexity</a:t>
                </a:r>
              </a:p>
            </p:txBody>
          </p:sp>
        </mc:Choice>
        <mc:Fallback xmlns="">
          <p:sp>
            <p:nvSpPr>
              <p:cNvPr id="21" name="Content Placeholder 2">
                <a:extLst>
                  <a:ext uri="{FF2B5EF4-FFF2-40B4-BE49-F238E27FC236}">
                    <a16:creationId xmlns:a16="http://schemas.microsoft.com/office/drawing/2014/main" id="{9A3B4911-891B-087A-D15B-ECE7753AC854}"/>
                  </a:ext>
                </a:extLst>
              </p:cNvPr>
              <p:cNvSpPr txBox="1">
                <a:spLocks noRot="1" noChangeAspect="1" noMove="1" noResize="1" noEditPoints="1" noAdjustHandles="1" noChangeArrowheads="1" noChangeShapeType="1" noTextEdit="1"/>
              </p:cNvSpPr>
              <p:nvPr/>
            </p:nvSpPr>
            <p:spPr>
              <a:xfrm>
                <a:off x="1142999" y="4879303"/>
                <a:ext cx="7575487" cy="997196"/>
              </a:xfrm>
              <a:prstGeom prst="rect">
                <a:avLst/>
              </a:prstGeom>
              <a:blipFill>
                <a:blip r:embed="rId5"/>
                <a:stretch>
                  <a:fillRect l="-2174" t="-13924" r="-2843" b="-18987"/>
                </a:stretch>
              </a:blipFill>
            </p:spPr>
            <p:txBody>
              <a:bodyPr/>
              <a:lstStyle/>
              <a:p>
                <a:r>
                  <a:rPr lang="en-US">
                    <a:noFill/>
                  </a:rPr>
                  <a:t> </a:t>
                </a:r>
              </a:p>
            </p:txBody>
          </p:sp>
        </mc:Fallback>
      </mc:AlternateContent>
    </p:spTree>
    <p:extLst>
      <p:ext uri="{BB962C8B-B14F-4D97-AF65-F5344CB8AC3E}">
        <p14:creationId xmlns:p14="http://schemas.microsoft.com/office/powerpoint/2010/main" val="35178940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xEl>
                                              <p:pRg st="0" end="0"/>
                                            </p:txEl>
                                          </p:spTgt>
                                        </p:tgtEl>
                                        <p:attrNameLst>
                                          <p:attrName>style.visibility</p:attrName>
                                        </p:attrNameLst>
                                      </p:cBhvr>
                                      <p:to>
                                        <p:strVal val="visible"/>
                                      </p:to>
                                    </p:set>
                                    <p:animEffect transition="in" filter="fade">
                                      <p:cBhvr>
                                        <p:cTn id="20" dur="1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0663-B5E0-6D61-2B76-17C969584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71A84-BCBA-543E-3332-5B16E9905D9C}"/>
              </a:ext>
            </a:extLst>
          </p:cNvPr>
          <p:cNvSpPr>
            <a:spLocks noGrp="1"/>
          </p:cNvSpPr>
          <p:nvPr>
            <p:ph type="title"/>
          </p:nvPr>
        </p:nvSpPr>
        <p:spPr/>
        <p:txBody>
          <a:bodyPr/>
          <a:lstStyle/>
          <a:p>
            <a:r>
              <a:rPr lang="en-US" dirty="0"/>
              <a:t>Finding shortest paths algorithm</a:t>
            </a:r>
          </a:p>
        </p:txBody>
      </p:sp>
      <p:sp>
        <p:nvSpPr>
          <p:cNvPr id="20" name="Rounded Rectangle 19">
            <a:extLst>
              <a:ext uri="{FF2B5EF4-FFF2-40B4-BE49-F238E27FC236}">
                <a16:creationId xmlns:a16="http://schemas.microsoft.com/office/drawing/2014/main" id="{0EFCE20A-4A65-C47B-D743-746387BB51E5}"/>
              </a:ext>
            </a:extLst>
          </p:cNvPr>
          <p:cNvSpPr/>
          <p:nvPr/>
        </p:nvSpPr>
        <p:spPr>
          <a:xfrm>
            <a:off x="860079" y="5975940"/>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https://ml4g.masinolab.com/topics/metric-algorithms/finding-shortest-paths-</a:t>
            </a:r>
            <a:r>
              <a:rPr lang="en-US" sz="1000" dirty="0" err="1"/>
              <a:t>algorithm.html</a:t>
            </a:r>
            <a:endParaRPr lang="en-US" sz="1000" dirty="0"/>
          </a:p>
        </p:txBody>
      </p:sp>
      <p:pic>
        <p:nvPicPr>
          <p:cNvPr id="10" name="Picture 9">
            <a:extLst>
              <a:ext uri="{FF2B5EF4-FFF2-40B4-BE49-F238E27FC236}">
                <a16:creationId xmlns:a16="http://schemas.microsoft.com/office/drawing/2014/main" id="{DF7DCBAB-7DB7-6C51-F9A3-AE3FC55BB9FE}"/>
              </a:ext>
            </a:extLst>
          </p:cNvPr>
          <p:cNvPicPr>
            <a:picLocks noChangeAspect="1"/>
          </p:cNvPicPr>
          <p:nvPr/>
        </p:nvPicPr>
        <p:blipFill>
          <a:blip r:embed="rId2"/>
          <a:stretch>
            <a:fillRect/>
          </a:stretch>
        </p:blipFill>
        <p:spPr>
          <a:xfrm>
            <a:off x="3514265" y="1564221"/>
            <a:ext cx="2085292" cy="3930776"/>
          </a:xfrm>
          <a:prstGeom prst="rect">
            <a:avLst/>
          </a:prstGeom>
        </p:spPr>
      </p:pic>
      <p:pic>
        <p:nvPicPr>
          <p:cNvPr id="13" name="Picture 12">
            <a:extLst>
              <a:ext uri="{FF2B5EF4-FFF2-40B4-BE49-F238E27FC236}">
                <a16:creationId xmlns:a16="http://schemas.microsoft.com/office/drawing/2014/main" id="{E3C650CD-996D-CC24-34CB-E1FEA1EA50B4}"/>
              </a:ext>
            </a:extLst>
          </p:cNvPr>
          <p:cNvPicPr>
            <a:picLocks noChangeAspect="1"/>
          </p:cNvPicPr>
          <p:nvPr/>
        </p:nvPicPr>
        <p:blipFill>
          <a:blip r:embed="rId3"/>
          <a:stretch>
            <a:fillRect/>
          </a:stretch>
        </p:blipFill>
        <p:spPr>
          <a:xfrm>
            <a:off x="6953578" y="320040"/>
            <a:ext cx="4930661" cy="6217920"/>
          </a:xfrm>
          <a:prstGeom prst="rect">
            <a:avLst/>
          </a:prstGeom>
        </p:spPr>
      </p:pic>
      <p:sp>
        <p:nvSpPr>
          <p:cNvPr id="14" name="Rounded Rectangle 13">
            <a:extLst>
              <a:ext uri="{FF2B5EF4-FFF2-40B4-BE49-F238E27FC236}">
                <a16:creationId xmlns:a16="http://schemas.microsoft.com/office/drawing/2014/main" id="{3298F9FB-26E8-A712-FBBC-3B8FEA024F3E}"/>
              </a:ext>
            </a:extLst>
          </p:cNvPr>
          <p:cNvSpPr/>
          <p:nvPr/>
        </p:nvSpPr>
        <p:spPr>
          <a:xfrm>
            <a:off x="10157234" y="3130236"/>
            <a:ext cx="1892928" cy="590738"/>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51568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AE4A6-2150-F803-3402-55E6FCD4D4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E2A4C1-455F-8AC8-137F-FE92317FC541}"/>
              </a:ext>
            </a:extLst>
          </p:cNvPr>
          <p:cNvPicPr>
            <a:picLocks noChangeAspect="1"/>
          </p:cNvPicPr>
          <p:nvPr/>
        </p:nvPicPr>
        <p:blipFill>
          <a:blip r:embed="rId2"/>
          <a:stretch>
            <a:fillRect/>
          </a:stretch>
        </p:blipFill>
        <p:spPr>
          <a:xfrm>
            <a:off x="3514265" y="1564221"/>
            <a:ext cx="2183764" cy="3930776"/>
          </a:xfrm>
          <a:prstGeom prst="rect">
            <a:avLst/>
          </a:prstGeom>
        </p:spPr>
      </p:pic>
      <p:sp>
        <p:nvSpPr>
          <p:cNvPr id="2" name="Title 1">
            <a:extLst>
              <a:ext uri="{FF2B5EF4-FFF2-40B4-BE49-F238E27FC236}">
                <a16:creationId xmlns:a16="http://schemas.microsoft.com/office/drawing/2014/main" id="{423BCDD3-115A-56B3-3753-041703361346}"/>
              </a:ext>
            </a:extLst>
          </p:cNvPr>
          <p:cNvSpPr>
            <a:spLocks noGrp="1"/>
          </p:cNvSpPr>
          <p:nvPr>
            <p:ph type="title"/>
          </p:nvPr>
        </p:nvSpPr>
        <p:spPr/>
        <p:txBody>
          <a:bodyPr/>
          <a:lstStyle/>
          <a:p>
            <a:r>
              <a:rPr lang="en-US" dirty="0"/>
              <a:t>Finding shortest paths algorithm</a:t>
            </a:r>
          </a:p>
        </p:txBody>
      </p:sp>
      <p:sp>
        <p:nvSpPr>
          <p:cNvPr id="20" name="Rounded Rectangle 19">
            <a:extLst>
              <a:ext uri="{FF2B5EF4-FFF2-40B4-BE49-F238E27FC236}">
                <a16:creationId xmlns:a16="http://schemas.microsoft.com/office/drawing/2014/main" id="{15BE2707-C66C-1E6C-62AA-D1A82C914C5A}"/>
              </a:ext>
            </a:extLst>
          </p:cNvPr>
          <p:cNvSpPr/>
          <p:nvPr/>
        </p:nvSpPr>
        <p:spPr>
          <a:xfrm>
            <a:off x="860079" y="5975940"/>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https://ml4g.masinolab.com/topics/metric-algorithms/finding-shortest-paths-</a:t>
            </a:r>
            <a:r>
              <a:rPr lang="en-US" sz="1000" dirty="0" err="1"/>
              <a:t>algorithm.html</a:t>
            </a:r>
            <a:endParaRPr lang="en-US" sz="1000" dirty="0"/>
          </a:p>
        </p:txBody>
      </p:sp>
      <p:pic>
        <p:nvPicPr>
          <p:cNvPr id="4" name="Picture 3">
            <a:extLst>
              <a:ext uri="{FF2B5EF4-FFF2-40B4-BE49-F238E27FC236}">
                <a16:creationId xmlns:a16="http://schemas.microsoft.com/office/drawing/2014/main" id="{31EB1F7D-E7EB-5ACD-49D2-5F61A4B75F89}"/>
              </a:ext>
            </a:extLst>
          </p:cNvPr>
          <p:cNvPicPr>
            <a:picLocks noChangeAspect="1"/>
          </p:cNvPicPr>
          <p:nvPr/>
        </p:nvPicPr>
        <p:blipFill>
          <a:blip r:embed="rId3"/>
          <a:stretch>
            <a:fillRect/>
          </a:stretch>
        </p:blipFill>
        <p:spPr>
          <a:xfrm>
            <a:off x="7023616" y="149761"/>
            <a:ext cx="4227452" cy="6558477"/>
          </a:xfrm>
          <a:prstGeom prst="rect">
            <a:avLst/>
          </a:prstGeom>
        </p:spPr>
      </p:pic>
    </p:spTree>
    <p:extLst>
      <p:ext uri="{BB962C8B-B14F-4D97-AF65-F5344CB8AC3E}">
        <p14:creationId xmlns:p14="http://schemas.microsoft.com/office/powerpoint/2010/main" val="311572169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EDA33-5743-FD74-D31F-77C362FFFA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3A5C7D8-782E-4166-F59B-CDF3A96109D7}"/>
              </a:ext>
            </a:extLst>
          </p:cNvPr>
          <p:cNvPicPr>
            <a:picLocks noChangeAspect="1"/>
          </p:cNvPicPr>
          <p:nvPr/>
        </p:nvPicPr>
        <p:blipFill>
          <a:blip r:embed="rId3"/>
          <a:stretch>
            <a:fillRect/>
          </a:stretch>
        </p:blipFill>
        <p:spPr>
          <a:xfrm>
            <a:off x="3514265" y="1573597"/>
            <a:ext cx="2127860" cy="3930776"/>
          </a:xfrm>
          <a:prstGeom prst="rect">
            <a:avLst/>
          </a:prstGeom>
        </p:spPr>
      </p:pic>
      <p:sp>
        <p:nvSpPr>
          <p:cNvPr id="2" name="Title 1">
            <a:extLst>
              <a:ext uri="{FF2B5EF4-FFF2-40B4-BE49-F238E27FC236}">
                <a16:creationId xmlns:a16="http://schemas.microsoft.com/office/drawing/2014/main" id="{8A4D62B5-91A0-6067-0203-CF6BE70935F7}"/>
              </a:ext>
            </a:extLst>
          </p:cNvPr>
          <p:cNvSpPr>
            <a:spLocks noGrp="1"/>
          </p:cNvSpPr>
          <p:nvPr>
            <p:ph type="title"/>
          </p:nvPr>
        </p:nvSpPr>
        <p:spPr/>
        <p:txBody>
          <a:bodyPr/>
          <a:lstStyle/>
          <a:p>
            <a:r>
              <a:rPr lang="en-US" dirty="0"/>
              <a:t>Finding shortest paths algorithm</a:t>
            </a:r>
          </a:p>
        </p:txBody>
      </p:sp>
      <p:sp>
        <p:nvSpPr>
          <p:cNvPr id="20" name="Rounded Rectangle 19">
            <a:extLst>
              <a:ext uri="{FF2B5EF4-FFF2-40B4-BE49-F238E27FC236}">
                <a16:creationId xmlns:a16="http://schemas.microsoft.com/office/drawing/2014/main" id="{C246EDC6-FB56-E55A-89F4-88967D78EB60}"/>
              </a:ext>
            </a:extLst>
          </p:cNvPr>
          <p:cNvSpPr/>
          <p:nvPr/>
        </p:nvSpPr>
        <p:spPr>
          <a:xfrm>
            <a:off x="860079" y="5975940"/>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https://ml4g.masinolab.com/topics/metric-algorithms/finding-shortest-paths-</a:t>
            </a:r>
            <a:r>
              <a:rPr lang="en-US" sz="1000" dirty="0" err="1"/>
              <a:t>algorithm.html</a:t>
            </a:r>
            <a:endParaRPr lang="en-US" sz="1000" dirty="0"/>
          </a:p>
        </p:txBody>
      </p:sp>
      <p:pic>
        <p:nvPicPr>
          <p:cNvPr id="6" name="Picture 5">
            <a:extLst>
              <a:ext uri="{FF2B5EF4-FFF2-40B4-BE49-F238E27FC236}">
                <a16:creationId xmlns:a16="http://schemas.microsoft.com/office/drawing/2014/main" id="{71AADF96-DF4F-A701-6FA8-970899CF933E}"/>
              </a:ext>
            </a:extLst>
          </p:cNvPr>
          <p:cNvPicPr>
            <a:picLocks noChangeAspect="1"/>
          </p:cNvPicPr>
          <p:nvPr/>
        </p:nvPicPr>
        <p:blipFill>
          <a:blip r:embed="rId4"/>
          <a:stretch>
            <a:fillRect/>
          </a:stretch>
        </p:blipFill>
        <p:spPr>
          <a:xfrm>
            <a:off x="7045412" y="141769"/>
            <a:ext cx="3815444" cy="6574461"/>
          </a:xfrm>
          <a:prstGeom prst="rect">
            <a:avLst/>
          </a:prstGeom>
        </p:spPr>
      </p:pic>
      <p:sp>
        <p:nvSpPr>
          <p:cNvPr id="7" name="Rounded Rectangle 6">
            <a:extLst>
              <a:ext uri="{FF2B5EF4-FFF2-40B4-BE49-F238E27FC236}">
                <a16:creationId xmlns:a16="http://schemas.microsoft.com/office/drawing/2014/main" id="{EFECC21D-8895-9C18-EB54-AC0D65C47E4A}"/>
              </a:ext>
            </a:extLst>
          </p:cNvPr>
          <p:cNvSpPr/>
          <p:nvPr/>
        </p:nvSpPr>
        <p:spPr>
          <a:xfrm>
            <a:off x="6907795" y="3130235"/>
            <a:ext cx="4155540" cy="298764"/>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672194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C631B-7EBA-02C6-9609-CD930428F4F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E63667-184A-E17C-7AB8-6F275FBBDA4C}"/>
              </a:ext>
            </a:extLst>
          </p:cNvPr>
          <p:cNvPicPr>
            <a:picLocks noChangeAspect="1"/>
          </p:cNvPicPr>
          <p:nvPr/>
        </p:nvPicPr>
        <p:blipFill>
          <a:blip r:embed="rId2"/>
          <a:stretch>
            <a:fillRect/>
          </a:stretch>
        </p:blipFill>
        <p:spPr>
          <a:xfrm>
            <a:off x="3514265" y="1573597"/>
            <a:ext cx="2144060" cy="3930776"/>
          </a:xfrm>
          <a:prstGeom prst="rect">
            <a:avLst/>
          </a:prstGeom>
        </p:spPr>
      </p:pic>
      <p:sp>
        <p:nvSpPr>
          <p:cNvPr id="2" name="Title 1">
            <a:extLst>
              <a:ext uri="{FF2B5EF4-FFF2-40B4-BE49-F238E27FC236}">
                <a16:creationId xmlns:a16="http://schemas.microsoft.com/office/drawing/2014/main" id="{84A78969-B1B6-2083-BFC9-FA24E712E358}"/>
              </a:ext>
            </a:extLst>
          </p:cNvPr>
          <p:cNvSpPr>
            <a:spLocks noGrp="1"/>
          </p:cNvSpPr>
          <p:nvPr>
            <p:ph type="title"/>
          </p:nvPr>
        </p:nvSpPr>
        <p:spPr/>
        <p:txBody>
          <a:bodyPr/>
          <a:lstStyle/>
          <a:p>
            <a:r>
              <a:rPr lang="en-US" dirty="0"/>
              <a:t>Finding shortest paths algorithm</a:t>
            </a:r>
          </a:p>
        </p:txBody>
      </p:sp>
      <p:sp>
        <p:nvSpPr>
          <p:cNvPr id="20" name="Rounded Rectangle 19">
            <a:extLst>
              <a:ext uri="{FF2B5EF4-FFF2-40B4-BE49-F238E27FC236}">
                <a16:creationId xmlns:a16="http://schemas.microsoft.com/office/drawing/2014/main" id="{E3AF4490-9D9B-AA89-2ECA-DB1FD23E43DD}"/>
              </a:ext>
            </a:extLst>
          </p:cNvPr>
          <p:cNvSpPr/>
          <p:nvPr/>
        </p:nvSpPr>
        <p:spPr>
          <a:xfrm>
            <a:off x="860079" y="5975940"/>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https://ml4g.masinolab.com/topics/metric-algorithms/finding-shortest-paths-</a:t>
            </a:r>
            <a:r>
              <a:rPr lang="en-US" sz="1000" dirty="0" err="1"/>
              <a:t>algorithm.html</a:t>
            </a:r>
            <a:endParaRPr lang="en-US" sz="1000" dirty="0"/>
          </a:p>
        </p:txBody>
      </p:sp>
      <p:pic>
        <p:nvPicPr>
          <p:cNvPr id="4" name="Picture 3">
            <a:extLst>
              <a:ext uri="{FF2B5EF4-FFF2-40B4-BE49-F238E27FC236}">
                <a16:creationId xmlns:a16="http://schemas.microsoft.com/office/drawing/2014/main" id="{A298843B-B5C5-576E-81FE-D7EA4D4CC8A8}"/>
              </a:ext>
            </a:extLst>
          </p:cNvPr>
          <p:cNvPicPr>
            <a:picLocks noChangeAspect="1"/>
          </p:cNvPicPr>
          <p:nvPr/>
        </p:nvPicPr>
        <p:blipFill>
          <a:blip r:embed="rId3"/>
          <a:stretch>
            <a:fillRect/>
          </a:stretch>
        </p:blipFill>
        <p:spPr>
          <a:xfrm>
            <a:off x="8634085" y="78395"/>
            <a:ext cx="3249338" cy="6574461"/>
          </a:xfrm>
          <a:prstGeom prst="rect">
            <a:avLst/>
          </a:prstGeom>
        </p:spPr>
      </p:pic>
      <p:grpSp>
        <p:nvGrpSpPr>
          <p:cNvPr id="9" name="Group 8">
            <a:extLst>
              <a:ext uri="{FF2B5EF4-FFF2-40B4-BE49-F238E27FC236}">
                <a16:creationId xmlns:a16="http://schemas.microsoft.com/office/drawing/2014/main" id="{B966B6FD-1CBA-310A-C647-7B74E7372A5D}"/>
              </a:ext>
            </a:extLst>
          </p:cNvPr>
          <p:cNvGrpSpPr/>
          <p:nvPr/>
        </p:nvGrpSpPr>
        <p:grpSpPr>
          <a:xfrm>
            <a:off x="6202425" y="1083278"/>
            <a:ext cx="2325235" cy="4948809"/>
            <a:chOff x="5854671" y="1236424"/>
            <a:chExt cx="2325235" cy="4948809"/>
          </a:xfrm>
        </p:grpSpPr>
        <p:pic>
          <p:nvPicPr>
            <p:cNvPr id="7" name="Picture 6">
              <a:extLst>
                <a:ext uri="{FF2B5EF4-FFF2-40B4-BE49-F238E27FC236}">
                  <a16:creationId xmlns:a16="http://schemas.microsoft.com/office/drawing/2014/main" id="{9EFC8945-E3FA-2015-B7D7-C8F2A6F18ECC}"/>
                </a:ext>
              </a:extLst>
            </p:cNvPr>
            <p:cNvPicPr>
              <a:picLocks noChangeAspect="1"/>
            </p:cNvPicPr>
            <p:nvPr/>
          </p:nvPicPr>
          <p:blipFill>
            <a:blip r:embed="rId4"/>
            <a:stretch>
              <a:fillRect/>
            </a:stretch>
          </p:blipFill>
          <p:spPr>
            <a:xfrm>
              <a:off x="5854671" y="1236424"/>
              <a:ext cx="2325235" cy="2572829"/>
            </a:xfrm>
            <a:prstGeom prst="rect">
              <a:avLst/>
            </a:prstGeom>
          </p:spPr>
        </p:pic>
        <p:pic>
          <p:nvPicPr>
            <p:cNvPr id="8" name="Picture 7">
              <a:extLst>
                <a:ext uri="{FF2B5EF4-FFF2-40B4-BE49-F238E27FC236}">
                  <a16:creationId xmlns:a16="http://schemas.microsoft.com/office/drawing/2014/main" id="{CC7B41DE-722F-B935-4135-E10048AAD2A8}"/>
                </a:ext>
              </a:extLst>
            </p:cNvPr>
            <p:cNvPicPr>
              <a:picLocks noChangeAspect="1"/>
            </p:cNvPicPr>
            <p:nvPr/>
          </p:nvPicPr>
          <p:blipFill>
            <a:blip r:embed="rId5"/>
            <a:stretch>
              <a:fillRect/>
            </a:stretch>
          </p:blipFill>
          <p:spPr>
            <a:xfrm>
              <a:off x="5854671" y="3730818"/>
              <a:ext cx="2325235" cy="2454415"/>
            </a:xfrm>
            <a:prstGeom prst="rect">
              <a:avLst/>
            </a:prstGeom>
          </p:spPr>
        </p:pic>
      </p:grpSp>
    </p:spTree>
    <p:extLst>
      <p:ext uri="{BB962C8B-B14F-4D97-AF65-F5344CB8AC3E}">
        <p14:creationId xmlns:p14="http://schemas.microsoft.com/office/powerpoint/2010/main" val="253379036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68D1-AA88-4534-D872-E539C02406F0}"/>
              </a:ext>
            </a:extLst>
          </p:cNvPr>
          <p:cNvSpPr>
            <a:spLocks noGrp="1"/>
          </p:cNvSpPr>
          <p:nvPr>
            <p:ph type="title"/>
          </p:nvPr>
        </p:nvSpPr>
        <p:spPr/>
        <p:txBody>
          <a:bodyPr/>
          <a:lstStyle/>
          <a:p>
            <a:r>
              <a:rPr lang="en-US" dirty="0"/>
              <a:t>Betweenness Centrality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916F32-13A0-E92A-3EFE-529727D57B4B}"/>
                  </a:ext>
                </a:extLst>
              </p:cNvPr>
              <p:cNvSpPr>
                <a:spLocks noGrp="1"/>
              </p:cNvSpPr>
              <p:nvPr>
                <p:ph idx="1"/>
              </p:nvPr>
            </p:nvSpPr>
            <p:spPr>
              <a:xfrm>
                <a:off x="1143000" y="1188720"/>
                <a:ext cx="8670956" cy="4556376"/>
              </a:xfrm>
            </p:spPr>
            <p:txBody>
              <a:bodyPr/>
              <a:lstStyle/>
              <a:p>
                <a:pPr marL="342900" indent="-342900">
                  <a:buFont typeface="Arial" panose="020B0604020202020204" pitchFamily="34" charset="0"/>
                  <a:buChar char="•"/>
                </a:pPr>
                <a:r>
                  <a:rPr lang="en-US" dirty="0"/>
                  <a:t>Measures the extent to which a node is on shortest paths between other nodes</a:t>
                </a:r>
              </a:p>
              <a:p>
                <a:pPr marL="342900" indent="-342900">
                  <a:buFont typeface="Arial" panose="020B0604020202020204" pitchFamily="34" charset="0"/>
                  <a:buChar char="•"/>
                </a:pPr>
                <a:r>
                  <a:rPr lang="en-US" dirty="0"/>
                  <a:t>The betweenness centrality,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oMath>
                </a14:m>
                <a:r>
                  <a:rPr lang="en-US" dirty="0"/>
                  <a:t>, of node </a:t>
                </a:r>
                <a14:m>
                  <m:oMath xmlns:m="http://schemas.openxmlformats.org/officeDocument/2006/math">
                    <m:r>
                      <a:rPr lang="en-US" i="1" smtClean="0">
                        <a:latin typeface="Cambria Math" panose="02040503050406030204" pitchFamily="18" charset="0"/>
                      </a:rPr>
                      <m:t>𝑖</m:t>
                    </m:r>
                  </m:oMath>
                </a14:m>
                <a:r>
                  <a:rPr lang="en-US" dirty="0"/>
                  <a:t> is </a:t>
                </a:r>
              </a:p>
              <a:p>
                <a:pPr algn="ctr">
                  <a:spcBef>
                    <a:spcPts val="1800"/>
                  </a:spcBef>
                  <a:spcAft>
                    <a:spcPts val="1800"/>
                  </a:spcAf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𝑠</m:t>
                          </m:r>
                          <m:r>
                            <a:rPr lang="en-US" i="1">
                              <a:latin typeface="Cambria Math" panose="02040503050406030204" pitchFamily="18" charset="0"/>
                            </a:rPr>
                            <m:t>𝑡</m:t>
                          </m:r>
                        </m:sub>
                        <m:sup/>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𝑠𝑡</m:t>
                                  </m:r>
                                </m:sub>
                                <m:sup>
                                  <m:r>
                                    <a:rPr lang="en-US" i="1">
                                      <a:latin typeface="Cambria Math" panose="02040503050406030204" pitchFamily="18" charset="0"/>
                                    </a:rPr>
                                    <m:t>𝑖</m:t>
                                  </m:r>
                                </m:sup>
                              </m:sSubSup>
                            </m:num>
                            <m:den>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den>
                          </m:f>
                        </m:e>
                      </m:nary>
                    </m:oMath>
                  </m:oMathPara>
                </a14:m>
                <a:endParaRPr lang="en-US" dirty="0"/>
              </a:p>
              <a:p>
                <a:pPr marL="346075"/>
                <a:r>
                  <a:rPr lang="en-US" dirty="0"/>
                  <a:t>where the sum is over all shortest paths for all node pairs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𝑡</m:t>
                        </m:r>
                      </m:e>
                    </m:d>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i="1">
                            <a:latin typeface="Cambria Math" panose="02040503050406030204" pitchFamily="18" charset="0"/>
                          </a:rPr>
                          <m:t>𝑠𝑡</m:t>
                        </m:r>
                      </m:sub>
                      <m:sup>
                        <m:r>
                          <a:rPr lang="en-US" i="1">
                            <a:latin typeface="Cambria Math" panose="02040503050406030204" pitchFamily="18" charset="0"/>
                          </a:rPr>
                          <m:t>𝑖</m:t>
                        </m:r>
                      </m:sup>
                    </m:sSubSup>
                  </m:oMath>
                </a14:m>
                <a:r>
                  <a:rPr lang="en-US" dirty="0"/>
                  <a:t>is the number of shortest paths from </a:t>
                </a:r>
                <a14:m>
                  <m:oMath xmlns:m="http://schemas.openxmlformats.org/officeDocument/2006/math">
                    <m:r>
                      <a:rPr lang="en-US" i="1">
                        <a:latin typeface="Cambria Math" panose="02040503050406030204" pitchFamily="18" charset="0"/>
                      </a:rPr>
                      <m:t>𝑠</m:t>
                    </m:r>
                  </m:oMath>
                </a14:m>
                <a:r>
                  <a:rPr lang="en-US" dirty="0"/>
                  <a:t> to </a:t>
                </a:r>
                <a14:m>
                  <m:oMath xmlns:m="http://schemas.openxmlformats.org/officeDocument/2006/math">
                    <m:r>
                      <a:rPr lang="en-US" i="1">
                        <a:latin typeface="Cambria Math" panose="02040503050406030204" pitchFamily="18" charset="0"/>
                      </a:rPr>
                      <m:t>𝑡</m:t>
                    </m:r>
                  </m:oMath>
                </a14:m>
                <a:r>
                  <a:rPr lang="en-US" dirty="0"/>
                  <a:t> that contain </a:t>
                </a:r>
                <a14:m>
                  <m:oMath xmlns:m="http://schemas.openxmlformats.org/officeDocument/2006/math">
                    <m:r>
                      <a:rPr lang="en-US" i="1">
                        <a:latin typeface="Cambria Math" panose="02040503050406030204" pitchFamily="18" charset="0"/>
                      </a:rPr>
                      <m:t>𝑖</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𝑠𝑡</m:t>
                        </m:r>
                      </m:sub>
                    </m:sSub>
                  </m:oMath>
                </a14:m>
                <a:r>
                  <a:rPr lang="en-US" dirty="0"/>
                  <a:t> is the number of shortest paths from </a:t>
                </a:r>
                <a14:m>
                  <m:oMath xmlns:m="http://schemas.openxmlformats.org/officeDocument/2006/math">
                    <m:r>
                      <a:rPr lang="en-US" i="1">
                        <a:latin typeface="Cambria Math" panose="02040503050406030204" pitchFamily="18" charset="0"/>
                      </a:rPr>
                      <m:t>𝑠</m:t>
                    </m:r>
                  </m:oMath>
                </a14:m>
                <a:r>
                  <a:rPr lang="en-US" dirty="0"/>
                  <a:t> to </a:t>
                </a:r>
                <a14:m>
                  <m:oMath xmlns:m="http://schemas.openxmlformats.org/officeDocument/2006/math">
                    <m:r>
                      <a:rPr lang="en-US" i="1">
                        <a:latin typeface="Cambria Math" panose="02040503050406030204" pitchFamily="18" charset="0"/>
                      </a:rPr>
                      <m:t>𝑡</m:t>
                    </m:r>
                  </m:oMath>
                </a14:m>
                <a:endParaRPr lang="en-US" dirty="0"/>
              </a:p>
              <a:p>
                <a:pPr marL="350837" indent="-342900">
                  <a:buFont typeface="Arial" panose="020B0604020202020204" pitchFamily="34" charset="0"/>
                  <a:buChar char="•"/>
                </a:pPr>
                <a:r>
                  <a:rPr lang="en-US" dirty="0"/>
                  <a:t>Naively, we could just find all the shortest paths between </a:t>
                </a:r>
                <a14:m>
                  <m:oMath xmlns:m="http://schemas.openxmlformats.org/officeDocument/2006/math">
                    <m:r>
                      <a:rPr lang="en-US" i="1">
                        <a:latin typeface="Cambria Math" panose="02040503050406030204" pitchFamily="18" charset="0"/>
                      </a:rPr>
                      <m:t>𝑠</m:t>
                    </m:r>
                  </m:oMath>
                </a14:m>
                <a:r>
                  <a:rPr lang="en-US" dirty="0"/>
                  <a:t> and </a:t>
                </a:r>
                <a14:m>
                  <m:oMath xmlns:m="http://schemas.openxmlformats.org/officeDocument/2006/math">
                    <m:r>
                      <a:rPr lang="en-US" i="1">
                        <a:latin typeface="Cambria Math" panose="02040503050406030204" pitchFamily="18" charset="0"/>
                      </a:rPr>
                      <m:t>𝑡</m:t>
                    </m:r>
                  </m:oMath>
                </a14:m>
                <a:r>
                  <a:rPr lang="en-US" dirty="0"/>
                  <a:t> and check them all for node </a:t>
                </a:r>
                <a14:m>
                  <m:oMath xmlns:m="http://schemas.openxmlformats.org/officeDocument/2006/math">
                    <m:r>
                      <a:rPr lang="en-US" b="0" i="1" smtClean="0">
                        <a:latin typeface="Cambria Math" panose="02040503050406030204" pitchFamily="18" charset="0"/>
                      </a:rPr>
                      <m:t>𝑖</m:t>
                    </m:r>
                  </m:oMath>
                </a14:m>
                <a:r>
                  <a:rPr lang="en-US" dirty="0"/>
                  <a:t>. </a:t>
                </a:r>
              </a:p>
              <a:p>
                <a:pPr marL="811212" lvl="1" indent="-342900">
                  <a:buFont typeface="Arial" panose="020B0604020202020204" pitchFamily="34" charset="0"/>
                  <a:buChar char="•"/>
                </a:pPr>
                <a:r>
                  <a:rPr lang="en-US" dirty="0"/>
                  <a:t>Implementing this for all pairs </a:t>
                </a:r>
                <a14:m>
                  <m:oMath xmlns:m="http://schemas.openxmlformats.org/officeDocument/2006/math">
                    <m:r>
                      <a:rPr lang="en-US" i="1">
                        <a:latin typeface="Cambria Math" panose="02040503050406030204" pitchFamily="18" charset="0"/>
                      </a:rPr>
                      <m:t>𝑠</m:t>
                    </m:r>
                  </m:oMath>
                </a14:m>
                <a:r>
                  <a:rPr lang="en-US" dirty="0"/>
                  <a:t> and </a:t>
                </a:r>
                <a14:m>
                  <m:oMath xmlns:m="http://schemas.openxmlformats.org/officeDocument/2006/math">
                    <m:r>
                      <a:rPr lang="en-US" i="1">
                        <a:latin typeface="Cambria Math" panose="02040503050406030204" pitchFamily="18" charset="0"/>
                      </a:rPr>
                      <m:t>𝑡</m:t>
                    </m:r>
                  </m:oMath>
                </a14:m>
                <a:r>
                  <a:rPr lang="en-US" dirty="0"/>
                  <a:t> has complexity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2</m:t>
                                </m:r>
                              </m:den>
                            </m:f>
                          </m:sup>
                        </m:sSup>
                      </m:e>
                    </m:d>
                  </m:oMath>
                </a14:m>
                <a:endParaRPr lang="en-US" dirty="0"/>
              </a:p>
            </p:txBody>
          </p:sp>
        </mc:Choice>
        <mc:Fallback xmlns="">
          <p:sp>
            <p:nvSpPr>
              <p:cNvPr id="3" name="Content Placeholder 2">
                <a:extLst>
                  <a:ext uri="{FF2B5EF4-FFF2-40B4-BE49-F238E27FC236}">
                    <a16:creationId xmlns:a16="http://schemas.microsoft.com/office/drawing/2014/main" id="{AA916F32-13A0-E92A-3EFE-529727D57B4B}"/>
                  </a:ext>
                </a:extLst>
              </p:cNvPr>
              <p:cNvSpPr>
                <a:spLocks noGrp="1" noRot="1" noChangeAspect="1" noMove="1" noResize="1" noEditPoints="1" noAdjustHandles="1" noChangeArrowheads="1" noChangeShapeType="1" noTextEdit="1"/>
              </p:cNvSpPr>
              <p:nvPr>
                <p:ph idx="1"/>
              </p:nvPr>
            </p:nvSpPr>
            <p:spPr>
              <a:xfrm>
                <a:off x="1143000" y="1188720"/>
                <a:ext cx="8670956" cy="4556376"/>
              </a:xfrm>
              <a:blipFill>
                <a:blip r:embed="rId2"/>
                <a:stretch>
                  <a:fillRect l="-2050" t="-5000" r="-2928" b="-7778"/>
                </a:stretch>
              </a:blipFill>
            </p:spPr>
            <p:txBody>
              <a:bodyPr/>
              <a:lstStyle/>
              <a:p>
                <a:r>
                  <a:rPr lang="en-US">
                    <a:noFill/>
                  </a:rPr>
                  <a:t> </a:t>
                </a:r>
              </a:p>
            </p:txBody>
          </p:sp>
        </mc:Fallback>
      </mc:AlternateContent>
    </p:spTree>
    <p:extLst>
      <p:ext uri="{BB962C8B-B14F-4D97-AF65-F5344CB8AC3E}">
        <p14:creationId xmlns:p14="http://schemas.microsoft.com/office/powerpoint/2010/main" val="271979028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B2F95-640A-E5ED-1D8C-3087CDA5DE90}"/>
              </a:ext>
            </a:extLst>
          </p:cNvPr>
          <p:cNvSpPr>
            <a:spLocks noGrp="1"/>
          </p:cNvSpPr>
          <p:nvPr>
            <p:ph type="title"/>
          </p:nvPr>
        </p:nvSpPr>
        <p:spPr/>
        <p:txBody>
          <a:bodyPr/>
          <a:lstStyle/>
          <a:p>
            <a:r>
              <a:rPr lang="en-US" dirty="0"/>
              <a:t>Betweenness Centrality Algorithm – part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23962C-E2A3-780B-3E27-617F6FE4F5B4}"/>
                  </a:ext>
                </a:extLst>
              </p:cNvPr>
              <p:cNvSpPr>
                <a:spLocks noGrp="1"/>
              </p:cNvSpPr>
              <p:nvPr>
                <p:ph idx="1"/>
              </p:nvPr>
            </p:nvSpPr>
            <p:spPr>
              <a:xfrm>
                <a:off x="1142999" y="1188720"/>
                <a:ext cx="9775480" cy="4624343"/>
              </a:xfrm>
            </p:spPr>
            <p:txBody>
              <a:bodyPr/>
              <a:lstStyle/>
              <a:p>
                <a:pPr marL="342900" indent="-342900">
                  <a:buFont typeface="Arial" panose="020B0604020202020204" pitchFamily="34" charset="0"/>
                  <a:buChar char="•"/>
                </a:pPr>
                <a:r>
                  <a:rPr lang="en-US" dirty="0"/>
                  <a:t>Modify the </a:t>
                </a:r>
                <a:r>
                  <a:rPr lang="en-US" dirty="0" err="1"/>
                  <a:t>BFS</a:t>
                </a:r>
                <a:r>
                  <a:rPr lang="en-US" dirty="0"/>
                  <a:t> + shortest paths algorithm </a:t>
                </a:r>
                <a:r>
                  <a:rPr lang="en-US" b="1" dirty="0"/>
                  <a:t>to store the number of shortest paths that pass through a node</a:t>
                </a:r>
                <a:r>
                  <a:rPr lang="en-US" dirty="0"/>
                  <a:t>.</a:t>
                </a:r>
              </a:p>
              <a:p>
                <a:pPr marL="342900" indent="-342900">
                  <a:buFont typeface="Arial" panose="020B0604020202020204" pitchFamily="34" charset="0"/>
                  <a:buChar char="•"/>
                </a:pPr>
                <a:r>
                  <a:rPr lang="en-US" dirty="0"/>
                  <a:t>Consider an arbitrary source node </a:t>
                </a:r>
                <a14:m>
                  <m:oMath xmlns:m="http://schemas.openxmlformats.org/officeDocument/2006/math">
                    <m:r>
                      <a:rPr lang="en-US" i="1">
                        <a:latin typeface="Cambria Math" panose="02040503050406030204" pitchFamily="18" charset="0"/>
                      </a:rPr>
                      <m:t>𝑠</m:t>
                    </m:r>
                  </m:oMath>
                </a14:m>
                <a:r>
                  <a:rPr lang="en-US" dirty="0"/>
                  <a:t> </a:t>
                </a:r>
              </a:p>
              <a:p>
                <a:pPr marL="457200" indent="-457200">
                  <a:buFont typeface="+mj-lt"/>
                  <a:buAutoNum type="arabicPeriod"/>
                </a:pPr>
                <a:r>
                  <a:rPr lang="en-US" sz="1800" dirty="0"/>
                  <a:t>Initialize a distance array </a:t>
                </a:r>
                <a14:m>
                  <m:oMath xmlns:m="http://schemas.openxmlformats.org/officeDocument/2006/math">
                    <m:r>
                      <a:rPr lang="en-US" sz="1800" b="1" i="0" smtClean="0">
                        <a:latin typeface="Cambria Math" panose="02040503050406030204" pitchFamily="18" charset="0"/>
                      </a:rPr>
                      <m:t>𝐝</m:t>
                    </m:r>
                  </m:oMath>
                </a14:m>
                <a:r>
                  <a:rPr lang="en-US" sz="1800" dirty="0"/>
                  <a:t>, a weight array, </a:t>
                </a:r>
                <a14:m>
                  <m:oMath xmlns:m="http://schemas.openxmlformats.org/officeDocument/2006/math">
                    <m:r>
                      <a:rPr lang="en-US" sz="1800" b="1" i="0" smtClean="0">
                        <a:latin typeface="Cambria Math" panose="02040503050406030204" pitchFamily="18" charset="0"/>
                      </a:rPr>
                      <m:t>𝐰</m:t>
                    </m:r>
                  </m:oMath>
                </a14:m>
                <a:r>
                  <a:rPr lang="en-US" sz="1800" dirty="0"/>
                  <a:t>, and a queue array, </a:t>
                </a:r>
                <a14:m>
                  <m:oMath xmlns:m="http://schemas.openxmlformats.org/officeDocument/2006/math">
                    <m:r>
                      <a:rPr lang="en-US" sz="1800" b="1" i="0" smtClean="0">
                        <a:latin typeface="Cambria Math" panose="02040503050406030204" pitchFamily="18" charset="0"/>
                      </a:rPr>
                      <m:t>𝐪</m:t>
                    </m:r>
                  </m:oMath>
                </a14:m>
                <a:r>
                  <a:rPr lang="en-US" sz="1800" dirty="0"/>
                  <a:t>, each of length </a:t>
                </a:r>
                <a14:m>
                  <m:oMath xmlns:m="http://schemas.openxmlformats.org/officeDocument/2006/math">
                    <m:r>
                      <a:rPr lang="en-US" sz="1800" b="0" i="1" smtClean="0">
                        <a:latin typeface="Cambria Math" panose="02040503050406030204" pitchFamily="18" charset="0"/>
                      </a:rPr>
                      <m:t>𝑛</m:t>
                    </m:r>
                  </m:oMath>
                </a14:m>
                <a:r>
                  <a:rPr lang="en-US" sz="1800" dirty="0"/>
                  <a:t> all with -1 entries. Initialize a </a:t>
                </a:r>
                <a14:m>
                  <m:oMath xmlns:m="http://schemas.openxmlformats.org/officeDocument/2006/math">
                    <m:r>
                      <a:rPr lang="en-US" sz="1800" b="0" i="1" smtClean="0">
                        <a:latin typeface="Cambria Math" panose="02040503050406030204" pitchFamily="18" charset="0"/>
                      </a:rPr>
                      <m:t>𝑝𝑎𝑡h𝑠</m:t>
                    </m:r>
                  </m:oMath>
                </a14:m>
                <a:r>
                  <a:rPr lang="en-US" sz="1800" dirty="0"/>
                  <a:t> dictionary to store the shortest paths. Initialize a read pointer,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𝑟</m:t>
                        </m:r>
                      </m:sub>
                    </m:sSub>
                    <m:r>
                      <a:rPr lang="en-US" sz="1800" b="0" i="1" smtClean="0">
                        <a:latin typeface="Cambria Math" panose="02040503050406030204" pitchFamily="18" charset="0"/>
                      </a:rPr>
                      <m:t>=0</m:t>
                    </m:r>
                  </m:oMath>
                </a14:m>
                <a:r>
                  <a:rPr lang="en-US" sz="1800" dirty="0"/>
                  <a:t> and a write pointer,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𝑤</m:t>
                        </m:r>
                      </m:sub>
                    </m:sSub>
                    <m:r>
                      <a:rPr lang="en-US" sz="1800" b="0" i="1" smtClean="0">
                        <a:latin typeface="Cambria Math" panose="02040503050406030204" pitchFamily="18" charset="0"/>
                      </a:rPr>
                      <m:t>=1</m:t>
                    </m:r>
                  </m:oMath>
                </a14:m>
                <a:r>
                  <a:rPr lang="en-US" sz="1800" dirty="0"/>
                  <a:t>. </a:t>
                </a:r>
              </a:p>
              <a:p>
                <a:pPr marL="457200" indent="-457200">
                  <a:buFont typeface="+mj-lt"/>
                  <a:buAutoNum type="arabicPeriod"/>
                </a:pPr>
                <a:r>
                  <a:rPr lang="en-US" sz="1800" dirty="0"/>
                  <a:t>Set </a:t>
                </a:r>
                <a14:m>
                  <m:oMath xmlns:m="http://schemas.openxmlformats.org/officeDocument/2006/math">
                    <m:r>
                      <a:rPr lang="en-US" sz="1800" b="1">
                        <a:latin typeface="Cambria Math" panose="02040503050406030204" pitchFamily="18" charset="0"/>
                      </a:rPr>
                      <m:t>𝐝</m:t>
                    </m:r>
                    <m:d>
                      <m:dPr>
                        <m:begChr m:val="["/>
                        <m:endChr m:val="]"/>
                        <m:ctrlPr>
                          <a:rPr lang="en-US" sz="1800" b="1" i="1" smtClean="0">
                            <a:latin typeface="Cambria Math" panose="02040503050406030204" pitchFamily="18" charset="0"/>
                          </a:rPr>
                        </m:ctrlPr>
                      </m:dPr>
                      <m:e>
                        <m:r>
                          <a:rPr lang="en-US" sz="1800" i="1">
                            <a:latin typeface="Cambria Math" panose="02040503050406030204" pitchFamily="18" charset="0"/>
                          </a:rPr>
                          <m:t>𝑠</m:t>
                        </m:r>
                      </m:e>
                    </m:d>
                    <m:r>
                      <a:rPr lang="en-US" sz="1800" b="1" i="1" smtClean="0">
                        <a:latin typeface="Cambria Math" panose="02040503050406030204" pitchFamily="18" charset="0"/>
                      </a:rPr>
                      <m:t>=</m:t>
                    </m:r>
                    <m:r>
                      <a:rPr lang="en-US" sz="1800" b="0" i="1" smtClean="0">
                        <a:latin typeface="Cambria Math" panose="02040503050406030204" pitchFamily="18" charset="0"/>
                      </a:rPr>
                      <m:t>0</m:t>
                    </m:r>
                  </m:oMath>
                </a14:m>
                <a:r>
                  <a:rPr lang="en-US" sz="1800" dirty="0"/>
                  <a:t>. Set </a:t>
                </a:r>
                <a14:m>
                  <m:oMath xmlns:m="http://schemas.openxmlformats.org/officeDocument/2006/math">
                    <m:r>
                      <a:rPr lang="en-US" sz="1800" b="1">
                        <a:latin typeface="Cambria Math" panose="02040503050406030204" pitchFamily="18" charset="0"/>
                      </a:rPr>
                      <m:t>𝐰</m:t>
                    </m:r>
                    <m:d>
                      <m:dPr>
                        <m:begChr m:val="["/>
                        <m:endChr m:val="]"/>
                        <m:ctrlPr>
                          <a:rPr lang="en-US" sz="1800" i="1">
                            <a:latin typeface="Cambria Math" panose="02040503050406030204" pitchFamily="18" charset="0"/>
                          </a:rPr>
                        </m:ctrlPr>
                      </m:dPr>
                      <m:e>
                        <m:r>
                          <a:rPr lang="en-US" sz="1800" b="0" i="1">
                            <a:latin typeface="Cambria Math" panose="02040503050406030204" pitchFamily="18" charset="0"/>
                          </a:rPr>
                          <m:t>𝑠</m:t>
                        </m:r>
                      </m:e>
                    </m:d>
                    <m:r>
                      <a:rPr lang="en-US" sz="1800" i="1">
                        <a:latin typeface="Cambria Math" panose="02040503050406030204" pitchFamily="18" charset="0"/>
                      </a:rPr>
                      <m:t>=</m:t>
                    </m:r>
                    <m:r>
                      <a:rPr lang="en-US" sz="1800" b="0" i="1" smtClean="0">
                        <a:latin typeface="Cambria Math" panose="02040503050406030204" pitchFamily="18" charset="0"/>
                      </a:rPr>
                      <m:t>1</m:t>
                    </m:r>
                  </m:oMath>
                </a14:m>
                <a:r>
                  <a:rPr lang="en-US" sz="1800" dirty="0"/>
                  <a:t>. Set </a:t>
                </a:r>
                <a14:m>
                  <m:oMath xmlns:m="http://schemas.openxmlformats.org/officeDocument/2006/math">
                    <m:r>
                      <a:rPr lang="en-US" sz="1800" b="1">
                        <a:latin typeface="Cambria Math" panose="02040503050406030204" pitchFamily="18" charset="0"/>
                      </a:rPr>
                      <m:t>𝐪</m:t>
                    </m:r>
                    <m:d>
                      <m:dPr>
                        <m:begChr m:val="["/>
                        <m:endChr m:val="]"/>
                        <m:ctrlPr>
                          <a:rPr lang="en-US" sz="1800" b="1" i="1" smtClean="0">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b="0" i="1" smtClean="0">
                                <a:latin typeface="Cambria Math" panose="02040503050406030204" pitchFamily="18" charset="0"/>
                              </a:rPr>
                              <m:t>𝑟</m:t>
                            </m:r>
                          </m:sub>
                        </m:sSub>
                      </m:e>
                    </m:d>
                    <m:r>
                      <a:rPr lang="en-US" sz="1800" b="1" i="1" smtClean="0">
                        <a:latin typeface="Cambria Math" panose="02040503050406030204" pitchFamily="18" charset="0"/>
                      </a:rPr>
                      <m:t>=</m:t>
                    </m:r>
                    <m:r>
                      <a:rPr lang="en-US" sz="1800" b="1" i="1" smtClean="0">
                        <a:latin typeface="Cambria Math" panose="02040503050406030204" pitchFamily="18" charset="0"/>
                      </a:rPr>
                      <m:t>𝒔</m:t>
                    </m:r>
                  </m:oMath>
                </a14:m>
                <a:r>
                  <a:rPr lang="en-US" sz="1800" dirty="0"/>
                  <a:t>. </a:t>
                </a:r>
              </a:p>
              <a:p>
                <a:pPr marL="457200" indent="-457200">
                  <a:buFont typeface="+mj-lt"/>
                  <a:buAutoNum type="arabicPeriod"/>
                </a:pPr>
                <a:r>
                  <a:rPr lang="en-US" sz="1800" dirty="0"/>
                  <a:t>If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𝑟</m:t>
                        </m:r>
                      </m:sub>
                    </m:sSub>
                    <m:r>
                      <a:rPr lang="en-US" sz="1800" i="1">
                        <a:latin typeface="Cambria Math" panose="02040503050406030204" pitchFamily="18" charset="0"/>
                      </a:rPr>
                      <m:t>=</m:t>
                    </m:r>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𝑤</m:t>
                        </m:r>
                      </m:sub>
                    </m:sSub>
                  </m:oMath>
                </a14:m>
                <a:r>
                  <a:rPr lang="en-US" sz="1800" dirty="0"/>
                  <a:t>, stop, else obtain node </a:t>
                </a:r>
                <a14:m>
                  <m:oMath xmlns:m="http://schemas.openxmlformats.org/officeDocument/2006/math">
                    <m:r>
                      <a:rPr lang="en-US" sz="1800" i="1">
                        <a:latin typeface="Cambria Math" panose="02040503050406030204" pitchFamily="18" charset="0"/>
                      </a:rPr>
                      <m:t>𝑖</m:t>
                    </m:r>
                  </m:oMath>
                </a14:m>
                <a:r>
                  <a:rPr lang="en-US" sz="1800" dirty="0"/>
                  <a:t> from </a:t>
                </a:r>
                <a14:m>
                  <m:oMath xmlns:m="http://schemas.openxmlformats.org/officeDocument/2006/math">
                    <m:r>
                      <a:rPr lang="en-US" sz="1800" b="1">
                        <a:latin typeface="Cambria Math" panose="02040503050406030204" pitchFamily="18" charset="0"/>
                      </a:rPr>
                      <m:t>𝐪</m:t>
                    </m:r>
                    <m:d>
                      <m:dPr>
                        <m:begChr m:val="["/>
                        <m:endChr m:val="]"/>
                        <m:ctrlPr>
                          <a:rPr lang="en-US" sz="1800" b="1"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𝑟</m:t>
                            </m:r>
                          </m:sub>
                        </m:sSub>
                      </m:e>
                    </m:d>
                  </m:oMath>
                </a14:m>
                <a:r>
                  <a:rPr lang="en-US" sz="1800" dirty="0"/>
                  <a:t> and set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𝑟</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𝑟</m:t>
                        </m:r>
                      </m:sub>
                    </m:sSub>
                    <m:r>
                      <a:rPr lang="en-US" sz="1800" b="0" i="1" smtClean="0">
                        <a:latin typeface="Cambria Math" panose="02040503050406030204" pitchFamily="18" charset="0"/>
                      </a:rPr>
                      <m:t>+1</m:t>
                    </m:r>
                  </m:oMath>
                </a14:m>
                <a:r>
                  <a:rPr lang="en-US" sz="1800" dirty="0"/>
                  <a:t>. (The first time, </a:t>
                </a:r>
                <a14:m>
                  <m:oMath xmlns:m="http://schemas.openxmlformats.org/officeDocument/2006/math">
                    <m:r>
                      <a:rPr lang="en-US" sz="1800" b="1">
                        <a:latin typeface="Cambria Math" panose="02040503050406030204" pitchFamily="18" charset="0"/>
                      </a:rPr>
                      <m:t>𝐪</m:t>
                    </m:r>
                    <m:d>
                      <m:dPr>
                        <m:begChr m:val="["/>
                        <m:endChr m:val="]"/>
                        <m:ctrlPr>
                          <a:rPr lang="en-US" sz="1800" b="1"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𝑟</m:t>
                            </m:r>
                          </m:sub>
                        </m:sSub>
                      </m:e>
                    </m:d>
                    <m:r>
                      <a:rPr lang="en-US" sz="1800" b="1" i="1">
                        <a:latin typeface="Cambria Math" panose="02040503050406030204" pitchFamily="18" charset="0"/>
                      </a:rPr>
                      <m:t>=</m:t>
                    </m:r>
                    <m:r>
                      <a:rPr lang="en-US" sz="1800" i="1">
                        <a:latin typeface="Cambria Math" panose="02040503050406030204" pitchFamily="18" charset="0"/>
                      </a:rPr>
                      <m:t>𝑠</m:t>
                    </m:r>
                  </m:oMath>
                </a14:m>
                <a:r>
                  <a:rPr lang="en-US" sz="1800" dirty="0"/>
                  <a:t>).</a:t>
                </a:r>
              </a:p>
              <a:p>
                <a:pPr marL="457200" indent="-457200">
                  <a:buFont typeface="+mj-lt"/>
                  <a:buAutoNum type="arabicPeriod"/>
                </a:pPr>
                <a:r>
                  <a:rPr lang="en-US" sz="1800" dirty="0"/>
                  <a:t>For each neighbor </a:t>
                </a:r>
                <a14:m>
                  <m:oMath xmlns:m="http://schemas.openxmlformats.org/officeDocument/2006/math">
                    <m:r>
                      <a:rPr lang="en-US" sz="1800" b="0" i="1" smtClean="0">
                        <a:latin typeface="Cambria Math" panose="02040503050406030204" pitchFamily="18" charset="0"/>
                      </a:rPr>
                      <m:t>𝑗</m:t>
                    </m:r>
                  </m:oMath>
                </a14:m>
                <a:r>
                  <a:rPr lang="en-US" sz="1800" dirty="0"/>
                  <a:t> of </a:t>
                </a:r>
                <a14:m>
                  <m:oMath xmlns:m="http://schemas.openxmlformats.org/officeDocument/2006/math">
                    <m:r>
                      <a:rPr lang="en-US" sz="1800" i="1">
                        <a:latin typeface="Cambria Math" panose="02040503050406030204" pitchFamily="18" charset="0"/>
                      </a:rPr>
                      <m:t>𝑖</m:t>
                    </m:r>
                  </m:oMath>
                </a14:m>
                <a:r>
                  <a:rPr lang="en-US" sz="1800" dirty="0"/>
                  <a:t>:</a:t>
                </a:r>
              </a:p>
              <a:p>
                <a:pPr marL="917575" lvl="1" indent="-457200" algn="just">
                  <a:buFont typeface="+mj-lt"/>
                  <a:buAutoNum type="alphaLcPeriod"/>
                </a:pPr>
                <a:r>
                  <a:rPr lang="en-US" sz="1800" dirty="0"/>
                  <a:t>If </a:t>
                </a:r>
                <a14:m>
                  <m:oMath xmlns:m="http://schemas.openxmlformats.org/officeDocument/2006/math">
                    <m:r>
                      <a:rPr lang="en-US" sz="1800" b="1">
                        <a:latin typeface="Cambria Math" panose="02040503050406030204" pitchFamily="18" charset="0"/>
                      </a:rPr>
                      <m:t>𝐝</m:t>
                    </m:r>
                    <m:d>
                      <m:dPr>
                        <m:begChr m:val="["/>
                        <m:endChr m:val="]"/>
                        <m:ctrlPr>
                          <a:rPr lang="en-US" sz="1800" b="1" i="1">
                            <a:latin typeface="Cambria Math" panose="02040503050406030204" pitchFamily="18" charset="0"/>
                          </a:rPr>
                        </m:ctrlPr>
                      </m:dPr>
                      <m:e>
                        <m:r>
                          <a:rPr lang="en-US" sz="1800" b="0" i="1" smtClean="0">
                            <a:latin typeface="Cambria Math" panose="02040503050406030204" pitchFamily="18" charset="0"/>
                          </a:rPr>
                          <m:t>𝑗</m:t>
                        </m:r>
                      </m:e>
                    </m:d>
                    <m:r>
                      <a:rPr lang="en-US" sz="1800" b="1" i="1" smtClean="0">
                        <a:latin typeface="Cambria Math" panose="02040503050406030204" pitchFamily="18" charset="0"/>
                      </a:rPr>
                      <m:t>==−</m:t>
                    </m:r>
                    <m:r>
                      <a:rPr lang="en-US" sz="1800" b="1" i="1" smtClean="0">
                        <a:latin typeface="Cambria Math" panose="02040503050406030204" pitchFamily="18" charset="0"/>
                      </a:rPr>
                      <m:t>𝟏</m:t>
                    </m:r>
                  </m:oMath>
                </a14:m>
                <a:r>
                  <a:rPr lang="en-US" sz="1800" dirty="0"/>
                  <a:t>, set </a:t>
                </a:r>
                <a14:m>
                  <m:oMath xmlns:m="http://schemas.openxmlformats.org/officeDocument/2006/math">
                    <m:r>
                      <a:rPr lang="en-US" sz="1800" b="1">
                        <a:latin typeface="Cambria Math" panose="02040503050406030204" pitchFamily="18" charset="0"/>
                      </a:rPr>
                      <m:t>𝐝</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𝑗</m:t>
                        </m:r>
                      </m:e>
                    </m:d>
                    <m:r>
                      <a:rPr lang="en-US" sz="1800" b="0" i="0" smtClean="0">
                        <a:latin typeface="Cambria Math" panose="02040503050406030204" pitchFamily="18" charset="0"/>
                      </a:rPr>
                      <m:t>=</m:t>
                    </m:r>
                    <m:r>
                      <a:rPr lang="en-US" sz="1800" b="1">
                        <a:latin typeface="Cambria Math" panose="02040503050406030204" pitchFamily="18" charset="0"/>
                      </a:rPr>
                      <m:t>𝐝</m:t>
                    </m:r>
                    <m:d>
                      <m:dPr>
                        <m:begChr m:val="["/>
                        <m:endChr m:val="]"/>
                        <m:ctrlPr>
                          <a:rPr lang="en-US" sz="1800" b="1" i="1">
                            <a:latin typeface="Cambria Math" panose="02040503050406030204" pitchFamily="18" charset="0"/>
                          </a:rPr>
                        </m:ctrlPr>
                      </m:dPr>
                      <m:e>
                        <m:r>
                          <a:rPr lang="en-US" sz="1800" b="0" i="1" smtClean="0">
                            <a:latin typeface="Cambria Math" panose="02040503050406030204" pitchFamily="18" charset="0"/>
                          </a:rPr>
                          <m:t>𝑖</m:t>
                        </m:r>
                      </m:e>
                    </m:d>
                    <m:r>
                      <a:rPr lang="en-US" sz="1800" b="0" i="0" smtClean="0">
                        <a:latin typeface="Cambria Math" panose="02040503050406030204" pitchFamily="18" charset="0"/>
                      </a:rPr>
                      <m:t>+1</m:t>
                    </m:r>
                  </m:oMath>
                </a14:m>
                <a:r>
                  <a:rPr lang="en-US" sz="1800" dirty="0"/>
                  <a:t> and set </a:t>
                </a:r>
                <a14:m>
                  <m:oMath xmlns:m="http://schemas.openxmlformats.org/officeDocument/2006/math">
                    <m:r>
                      <a:rPr lang="en-US" sz="1800" b="1">
                        <a:latin typeface="Cambria Math" panose="02040503050406030204" pitchFamily="18" charset="0"/>
                      </a:rPr>
                      <m:t>𝐰</m:t>
                    </m:r>
                    <m:d>
                      <m:dPr>
                        <m:begChr m:val="["/>
                        <m:endChr m:val="]"/>
                        <m:ctrlPr>
                          <a:rPr lang="en-US" sz="1800" b="1" i="1">
                            <a:latin typeface="Cambria Math" panose="02040503050406030204" pitchFamily="18" charset="0"/>
                          </a:rPr>
                        </m:ctrlPr>
                      </m:dPr>
                      <m:e>
                        <m:r>
                          <a:rPr lang="en-US" sz="1800" b="0" i="1" smtClean="0">
                            <a:latin typeface="Cambria Math" panose="02040503050406030204" pitchFamily="18" charset="0"/>
                          </a:rPr>
                          <m:t>𝑗</m:t>
                        </m:r>
                      </m:e>
                    </m:d>
                    <m:r>
                      <a:rPr lang="en-US" sz="1800" b="1" i="1" smtClean="0">
                        <a:latin typeface="Cambria Math" panose="02040503050406030204" pitchFamily="18" charset="0"/>
                      </a:rPr>
                      <m:t>=</m:t>
                    </m:r>
                    <m:r>
                      <a:rPr lang="en-US" sz="1800" b="1">
                        <a:latin typeface="Cambria Math" panose="02040503050406030204" pitchFamily="18" charset="0"/>
                      </a:rPr>
                      <m:t>𝐰</m:t>
                    </m:r>
                    <m:d>
                      <m:dPr>
                        <m:begChr m:val="["/>
                        <m:endChr m:val="]"/>
                        <m:ctrlPr>
                          <a:rPr lang="en-US" sz="1800" b="1" i="1">
                            <a:latin typeface="Cambria Math" panose="02040503050406030204" pitchFamily="18" charset="0"/>
                          </a:rPr>
                        </m:ctrlPr>
                      </m:dPr>
                      <m:e>
                        <m:r>
                          <a:rPr lang="en-US" sz="1800" b="0" i="1" smtClean="0">
                            <a:latin typeface="Cambria Math" panose="02040503050406030204" pitchFamily="18" charset="0"/>
                          </a:rPr>
                          <m:t>𝑖</m:t>
                        </m:r>
                      </m:e>
                    </m:d>
                  </m:oMath>
                </a14:m>
                <a:r>
                  <a:rPr lang="en-US" sz="1800" dirty="0"/>
                  <a:t>. Set </a:t>
                </a:r>
                <a14:m>
                  <m:oMath xmlns:m="http://schemas.openxmlformats.org/officeDocument/2006/math">
                    <m:r>
                      <a:rPr lang="en-US" sz="1800" b="0" i="1" smtClean="0">
                        <a:latin typeface="Cambria Math" panose="02040503050406030204" pitchFamily="18" charset="0"/>
                      </a:rPr>
                      <m:t>𝑝𝑎𝑡h𝑠</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𝑗</m:t>
                        </m:r>
                      </m:e>
                    </m:d>
                    <m:r>
                      <a:rPr lang="en-US" sz="1800" b="0" i="1" smtClean="0">
                        <a:latin typeface="Cambria Math" panose="02040503050406030204" pitchFamily="18" charset="0"/>
                      </a:rPr>
                      <m:t>=[</m:t>
                    </m:r>
                    <m:r>
                      <a:rPr lang="en-US" sz="1800" b="0" i="1" smtClean="0">
                        <a:latin typeface="Cambria Math" panose="02040503050406030204" pitchFamily="18" charset="0"/>
                      </a:rPr>
                      <m:t>𝑖</m:t>
                    </m:r>
                    <m:r>
                      <a:rPr lang="en-US" sz="1800" b="0" i="1" smtClean="0">
                        <a:latin typeface="Cambria Math" panose="02040503050406030204" pitchFamily="18" charset="0"/>
                      </a:rPr>
                      <m:t>]</m:t>
                    </m:r>
                  </m:oMath>
                </a14:m>
                <a:r>
                  <a:rPr lang="en-US" sz="1800" dirty="0"/>
                  <a:t>  Set </a:t>
                </a:r>
                <a14:m>
                  <m:oMath xmlns:m="http://schemas.openxmlformats.org/officeDocument/2006/math">
                    <m:r>
                      <a:rPr lang="en-US" sz="1800" b="1">
                        <a:latin typeface="Cambria Math" panose="02040503050406030204" pitchFamily="18" charset="0"/>
                      </a:rPr>
                      <m:t>𝐪</m:t>
                    </m:r>
                    <m:d>
                      <m:dPr>
                        <m:begChr m:val="["/>
                        <m:endChr m:val="]"/>
                        <m:ctrlPr>
                          <a:rPr lang="en-US" sz="1800" b="1" i="1" smtClean="0">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𝑤</m:t>
                            </m:r>
                          </m:sub>
                        </m:sSub>
                      </m:e>
                    </m:d>
                    <m:r>
                      <a:rPr lang="en-US" sz="1800" b="1" i="1" smtClean="0">
                        <a:latin typeface="Cambria Math" panose="02040503050406030204" pitchFamily="18" charset="0"/>
                      </a:rPr>
                      <m:t>=</m:t>
                    </m:r>
                    <m:r>
                      <a:rPr lang="en-US" sz="1800" b="0" i="1" smtClean="0">
                        <a:latin typeface="Cambria Math" panose="02040503050406030204" pitchFamily="18" charset="0"/>
                      </a:rPr>
                      <m:t>𝑗</m:t>
                    </m:r>
                  </m:oMath>
                </a14:m>
                <a:r>
                  <a:rPr lang="en-US" sz="1800" i="1" dirty="0"/>
                  <a:t>. </a:t>
                </a:r>
                <a:r>
                  <a:rPr lang="en-US" sz="1800" dirty="0"/>
                  <a:t>Set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𝑤</m:t>
                        </m:r>
                      </m:sub>
                    </m:sSub>
                    <m:r>
                      <a:rPr lang="en-US" sz="1800" b="0" i="0"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𝑤</m:t>
                        </m:r>
                      </m:sub>
                    </m:sSub>
                    <m:r>
                      <a:rPr lang="en-US" sz="1800" b="0" i="1" smtClean="0">
                        <a:latin typeface="Cambria Math" panose="02040503050406030204" pitchFamily="18" charset="0"/>
                      </a:rPr>
                      <m:t>+1</m:t>
                    </m:r>
                  </m:oMath>
                </a14:m>
                <a:r>
                  <a:rPr lang="en-US" sz="1800" i="1" dirty="0"/>
                  <a:t>. </a:t>
                </a:r>
              </a:p>
              <a:p>
                <a:pPr marL="917575" lvl="1" indent="-457200" algn="just">
                  <a:buFont typeface="+mj-lt"/>
                  <a:buAutoNum type="alphaLcPeriod"/>
                </a:pPr>
                <a:r>
                  <a:rPr lang="en-US" sz="1800" dirty="0"/>
                  <a:t>If </a:t>
                </a:r>
                <a14:m>
                  <m:oMath xmlns:m="http://schemas.openxmlformats.org/officeDocument/2006/math">
                    <m:r>
                      <a:rPr lang="en-US" sz="1800" b="1">
                        <a:latin typeface="Cambria Math" panose="02040503050406030204" pitchFamily="18" charset="0"/>
                      </a:rPr>
                      <m:t>𝐝</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𝑗</m:t>
                        </m:r>
                      </m:e>
                    </m:d>
                    <m:r>
                      <a:rPr lang="en-US" sz="1800" b="1" i="1" smtClean="0">
                        <a:latin typeface="Cambria Math" panose="02040503050406030204" pitchFamily="18" charset="0"/>
                      </a:rPr>
                      <m:t>==</m:t>
                    </m:r>
                    <m:r>
                      <a:rPr lang="en-US" sz="1800" b="1">
                        <a:latin typeface="Cambria Math" panose="02040503050406030204" pitchFamily="18" charset="0"/>
                      </a:rPr>
                      <m:t>𝐝</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𝑖</m:t>
                        </m:r>
                      </m:e>
                    </m:d>
                    <m:r>
                      <a:rPr lang="en-US" sz="1800">
                        <a:latin typeface="Cambria Math" panose="02040503050406030204" pitchFamily="18" charset="0"/>
                      </a:rPr>
                      <m:t>+1</m:t>
                    </m:r>
                  </m:oMath>
                </a14:m>
                <a:r>
                  <a:rPr lang="en-US" sz="1800" dirty="0"/>
                  <a:t>, set </a:t>
                </a:r>
                <a14:m>
                  <m:oMath xmlns:m="http://schemas.openxmlformats.org/officeDocument/2006/math">
                    <m:r>
                      <a:rPr lang="en-US" sz="1800" b="1">
                        <a:latin typeface="Cambria Math" panose="02040503050406030204" pitchFamily="18" charset="0"/>
                      </a:rPr>
                      <m:t>𝐰</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𝑗</m:t>
                        </m:r>
                      </m:e>
                    </m:d>
                    <m:r>
                      <a:rPr lang="en-US" sz="1800" b="1" i="1">
                        <a:latin typeface="Cambria Math" panose="02040503050406030204" pitchFamily="18" charset="0"/>
                      </a:rPr>
                      <m:t>=</m:t>
                    </m:r>
                    <m:r>
                      <a:rPr lang="en-US" sz="1800" b="1">
                        <a:latin typeface="Cambria Math" panose="02040503050406030204" pitchFamily="18" charset="0"/>
                      </a:rPr>
                      <m:t>𝐰</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𝑗</m:t>
                        </m:r>
                      </m:e>
                    </m:d>
                    <m:r>
                      <a:rPr lang="en-US" sz="1800" b="1" i="1" smtClean="0">
                        <a:latin typeface="Cambria Math" panose="02040503050406030204" pitchFamily="18" charset="0"/>
                      </a:rPr>
                      <m:t>+</m:t>
                    </m:r>
                    <m:r>
                      <a:rPr lang="en-US" sz="1800" b="1">
                        <a:latin typeface="Cambria Math" panose="02040503050406030204" pitchFamily="18" charset="0"/>
                      </a:rPr>
                      <m:t>𝐰</m:t>
                    </m:r>
                    <m:d>
                      <m:dPr>
                        <m:begChr m:val="["/>
                        <m:endChr m:val="]"/>
                        <m:ctrlPr>
                          <a:rPr lang="en-US" sz="1800" b="1" i="1">
                            <a:latin typeface="Cambria Math" panose="02040503050406030204" pitchFamily="18" charset="0"/>
                          </a:rPr>
                        </m:ctrlPr>
                      </m:dPr>
                      <m:e>
                        <m:r>
                          <a:rPr lang="en-US" sz="1800" i="1">
                            <a:latin typeface="Cambria Math" panose="02040503050406030204" pitchFamily="18" charset="0"/>
                          </a:rPr>
                          <m:t>𝑖</m:t>
                        </m:r>
                      </m:e>
                    </m:d>
                  </m:oMath>
                </a14:m>
                <a:r>
                  <a:rPr lang="en-US" sz="1800" dirty="0"/>
                  <a:t> and set </a:t>
                </a:r>
                <a14:m>
                  <m:oMath xmlns:m="http://schemas.openxmlformats.org/officeDocument/2006/math">
                    <m:r>
                      <a:rPr lang="en-US" sz="1800" i="1">
                        <a:latin typeface="Cambria Math" panose="02040503050406030204" pitchFamily="18" charset="0"/>
                      </a:rPr>
                      <m:t>𝑝𝑎𝑡h𝑠</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𝑗</m:t>
                        </m:r>
                      </m:e>
                    </m:d>
                    <m:r>
                      <a:rPr lang="en-US" sz="1800" i="1">
                        <a:latin typeface="Cambria Math" panose="02040503050406030204" pitchFamily="18" charset="0"/>
                      </a:rPr>
                      <m:t>=</m:t>
                    </m:r>
                    <m:r>
                      <a:rPr lang="en-US" sz="1800" i="1">
                        <a:latin typeface="Cambria Math" panose="02040503050406030204" pitchFamily="18" charset="0"/>
                      </a:rPr>
                      <m:t>𝑝𝑎𝑡h𝑠</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𝑗</m:t>
                        </m:r>
                      </m:e>
                    </m:d>
                    <m:r>
                      <a:rPr lang="en-US" sz="1800" b="0" i="1" smtClean="0">
                        <a:latin typeface="Cambria Math" panose="02040503050406030204" pitchFamily="18" charset="0"/>
                      </a:rPr>
                      <m:t>+</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oMath>
                </a14:m>
                <a:endParaRPr lang="en-US" sz="1800" dirty="0"/>
              </a:p>
              <a:p>
                <a:pPr marL="917575" lvl="1" indent="-457200" algn="just">
                  <a:buFont typeface="+mj-lt"/>
                  <a:buAutoNum type="alphaLcPeriod"/>
                </a:pPr>
                <a:r>
                  <a:rPr lang="en-US" sz="1800" dirty="0"/>
                  <a:t>Otherwise do nothing</a:t>
                </a:r>
              </a:p>
              <a:p>
                <a:pPr marL="457200" indent="-457200" algn="just">
                  <a:buFont typeface="+mj-lt"/>
                  <a:buAutoNum type="arabicPeriod"/>
                </a:pPr>
                <a:r>
                  <a:rPr lang="en-US" sz="1800" dirty="0"/>
                  <a:t>Repeat from step 3</a:t>
                </a:r>
              </a:p>
            </p:txBody>
          </p:sp>
        </mc:Choice>
        <mc:Fallback xmlns="">
          <p:sp>
            <p:nvSpPr>
              <p:cNvPr id="3" name="Content Placeholder 2">
                <a:extLst>
                  <a:ext uri="{FF2B5EF4-FFF2-40B4-BE49-F238E27FC236}">
                    <a16:creationId xmlns:a16="http://schemas.microsoft.com/office/drawing/2014/main" id="{1223962C-E2A3-780B-3E27-617F6FE4F5B4}"/>
                  </a:ext>
                </a:extLst>
              </p:cNvPr>
              <p:cNvSpPr>
                <a:spLocks noGrp="1" noRot="1" noChangeAspect="1" noMove="1" noResize="1" noEditPoints="1" noAdjustHandles="1" noChangeArrowheads="1" noChangeShapeType="1" noTextEdit="1"/>
              </p:cNvSpPr>
              <p:nvPr>
                <p:ph idx="1"/>
              </p:nvPr>
            </p:nvSpPr>
            <p:spPr>
              <a:xfrm>
                <a:off x="1142999" y="1188720"/>
                <a:ext cx="9775480" cy="4624343"/>
              </a:xfrm>
              <a:blipFill>
                <a:blip r:embed="rId2"/>
                <a:stretch>
                  <a:fillRect l="-1686" t="-2740" r="-1427" b="-1918"/>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67B910D1-A09C-16AA-4146-3F7614862153}"/>
              </a:ext>
            </a:extLst>
          </p:cNvPr>
          <p:cNvSpPr/>
          <p:nvPr/>
        </p:nvSpPr>
        <p:spPr>
          <a:xfrm>
            <a:off x="1164879" y="5918505"/>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https://ml4g.masinolab.com/topics/metric-algorithms/betweenness-centrality-</a:t>
            </a:r>
            <a:r>
              <a:rPr lang="en-US" sz="1000" dirty="0" err="1"/>
              <a:t>algorithm.html</a:t>
            </a:r>
            <a:endParaRPr lang="en-US" sz="1000" dirty="0"/>
          </a:p>
        </p:txBody>
      </p:sp>
    </p:spTree>
    <p:extLst>
      <p:ext uri="{BB962C8B-B14F-4D97-AF65-F5344CB8AC3E}">
        <p14:creationId xmlns:p14="http://schemas.microsoft.com/office/powerpoint/2010/main" val="414311444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309BA-6269-F625-352F-A2E418356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490C3-240A-F040-B160-98D13B4F3AA4}"/>
              </a:ext>
            </a:extLst>
          </p:cNvPr>
          <p:cNvSpPr>
            <a:spLocks noGrp="1"/>
          </p:cNvSpPr>
          <p:nvPr>
            <p:ph type="title"/>
          </p:nvPr>
        </p:nvSpPr>
        <p:spPr/>
        <p:txBody>
          <a:bodyPr/>
          <a:lstStyle/>
          <a:p>
            <a:r>
              <a:rPr lang="en-US" dirty="0"/>
              <a:t>Betweenness Centrality Algorithm – part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A9BF18-316D-9E3F-9E6B-FAE17BEFC1BE}"/>
                  </a:ext>
                </a:extLst>
              </p:cNvPr>
              <p:cNvSpPr>
                <a:spLocks noGrp="1"/>
              </p:cNvSpPr>
              <p:nvPr>
                <p:ph idx="1"/>
              </p:nvPr>
            </p:nvSpPr>
            <p:spPr>
              <a:xfrm>
                <a:off x="1142999" y="1188720"/>
                <a:ext cx="9775480" cy="4371838"/>
              </a:xfrm>
            </p:spPr>
            <p:txBody>
              <a:bodyPr/>
              <a:lstStyle/>
              <a:p>
                <a:pPr marL="457200" indent="-457200">
                  <a:buFont typeface="+mj-lt"/>
                  <a:buAutoNum type="arabicPeriod"/>
                </a:pPr>
                <a:r>
                  <a:rPr lang="en-US" dirty="0"/>
                  <a:t>Find every “leaf” node, </a:t>
                </a:r>
                <a14:m>
                  <m:oMath xmlns:m="http://schemas.openxmlformats.org/officeDocument/2006/math">
                    <m:r>
                      <a:rPr lang="en-US" b="0" i="1" smtClean="0">
                        <a:latin typeface="Cambria Math" panose="02040503050406030204" pitchFamily="18" charset="0"/>
                      </a:rPr>
                      <m:t>𝑡</m:t>
                    </m:r>
                  </m:oMath>
                </a14:m>
                <a:r>
                  <a:rPr lang="en-US" dirty="0"/>
                  <a:t>. This can be done by finding the nodes that do </a:t>
                </a:r>
                <a:r>
                  <a:rPr lang="en-US" u="sng" dirty="0"/>
                  <a:t>not</a:t>
                </a:r>
                <a:r>
                  <a:rPr lang="en-US" dirty="0"/>
                  <a:t> appear in an value of the </a:t>
                </a:r>
                <a14:m>
                  <m:oMath xmlns:m="http://schemas.openxmlformats.org/officeDocument/2006/math">
                    <m:r>
                      <a:rPr lang="en-US" i="1">
                        <a:latin typeface="Cambria Math" panose="02040503050406030204" pitchFamily="18" charset="0"/>
                      </a:rPr>
                      <m:t>𝑝𝑎𝑡h𝑠</m:t>
                    </m:r>
                  </m:oMath>
                </a14:m>
                <a:r>
                  <a:rPr lang="en-US" dirty="0"/>
                  <a:t> dictionary (i.e., these nodes are not on any shortest path). Store these in a set, </a:t>
                </a:r>
                <a14:m>
                  <m:oMath xmlns:m="http://schemas.openxmlformats.org/officeDocument/2006/math">
                    <m:r>
                      <a:rPr lang="en-US" b="0" i="1" smtClean="0">
                        <a:latin typeface="Cambria Math" panose="02040503050406030204" pitchFamily="18" charset="0"/>
                      </a:rPr>
                      <m:t>𝑙𝑒𝑎𝑣𝑒𝑠</m:t>
                    </m:r>
                  </m:oMath>
                </a14:m>
                <a:r>
                  <a:rPr lang="en-US" dirty="0"/>
                  <a:t>. </a:t>
                </a:r>
              </a:p>
              <a:p>
                <a:pPr marL="457200" indent="-457200">
                  <a:buFont typeface="+mj-lt"/>
                  <a:buAutoNum type="arabicPeriod"/>
                </a:pPr>
                <a:r>
                  <a:rPr lang="en-US" dirty="0"/>
                  <a:t>Initialize a score array </a:t>
                </a:r>
                <a14:m>
                  <m:oMath xmlns:m="http://schemas.openxmlformats.org/officeDocument/2006/math">
                    <m:r>
                      <a:rPr lang="en-US" b="1" i="0" smtClean="0">
                        <a:latin typeface="Cambria Math" panose="02040503050406030204" pitchFamily="18" charset="0"/>
                      </a:rPr>
                      <m:t>𝐱</m:t>
                    </m:r>
                  </m:oMath>
                </a14:m>
                <a:r>
                  <a:rPr lang="en-US" dirty="0"/>
                  <a:t> of size </a:t>
                </a:r>
                <a14:m>
                  <m:oMath xmlns:m="http://schemas.openxmlformats.org/officeDocument/2006/math">
                    <m:r>
                      <a:rPr lang="en-US" b="0" i="1" smtClean="0">
                        <a:latin typeface="Cambria Math" panose="02040503050406030204" pitchFamily="18" charset="0"/>
                      </a:rPr>
                      <m:t>𝑛</m:t>
                    </m:r>
                  </m:oMath>
                </a14:m>
                <a:r>
                  <a:rPr lang="en-US" dirty="0"/>
                  <a:t>. For each leaf node, </a:t>
                </a:r>
                <a14:m>
                  <m:oMath xmlns:m="http://schemas.openxmlformats.org/officeDocument/2006/math">
                    <m:r>
                      <a:rPr lang="en-US" b="0" i="1" smtClean="0">
                        <a:latin typeface="Cambria Math" panose="02040503050406030204" pitchFamily="18" charset="0"/>
                      </a:rPr>
                      <m:t>𝑙</m:t>
                    </m:r>
                  </m:oMath>
                </a14:m>
                <a:r>
                  <a:rPr lang="en-US" dirty="0"/>
                  <a:t>, in </a:t>
                </a:r>
                <a14:m>
                  <m:oMath xmlns:m="http://schemas.openxmlformats.org/officeDocument/2006/math">
                    <m:r>
                      <a:rPr lang="en-US" i="1">
                        <a:latin typeface="Cambria Math" panose="02040503050406030204" pitchFamily="18" charset="0"/>
                      </a:rPr>
                      <m:t>𝑙𝑒𝑎𝑣𝑒𝑠</m:t>
                    </m:r>
                  </m:oMath>
                </a14:m>
                <a:r>
                  <a:rPr lang="en-US" dirty="0"/>
                  <a:t> set </a:t>
                </a:r>
                <a14:m>
                  <m:oMath xmlns:m="http://schemas.openxmlformats.org/officeDocument/2006/math">
                    <m:r>
                      <a:rPr lang="en-US" b="1" i="0" smtClean="0">
                        <a:latin typeface="Cambria Math" panose="02040503050406030204" pitchFamily="18" charset="0"/>
                      </a:rPr>
                      <m:t>𝐱</m:t>
                    </m:r>
                    <m:d>
                      <m:dPr>
                        <m:ctrlPr>
                          <a:rPr lang="en-US" b="1" i="1" smtClean="0">
                            <a:latin typeface="Cambria Math" panose="02040503050406030204" pitchFamily="18" charset="0"/>
                          </a:rPr>
                        </m:ctrlPr>
                      </m:dPr>
                      <m:e>
                        <m:r>
                          <a:rPr lang="en-US" b="0" i="1" smtClean="0">
                            <a:latin typeface="Cambria Math" panose="02040503050406030204" pitchFamily="18" charset="0"/>
                          </a:rPr>
                          <m:t>𝑙</m:t>
                        </m:r>
                      </m:e>
                    </m:d>
                    <m:r>
                      <a:rPr lang="en-US" b="1" i="1" smtClean="0">
                        <a:latin typeface="Cambria Math" panose="02040503050406030204" pitchFamily="18" charset="0"/>
                      </a:rPr>
                      <m:t>=</m:t>
                    </m:r>
                    <m:r>
                      <a:rPr lang="en-US" b="0" i="1" smtClean="0">
                        <a:latin typeface="Cambria Math" panose="02040503050406030204" pitchFamily="18" charset="0"/>
                      </a:rPr>
                      <m:t>1</m:t>
                    </m:r>
                  </m:oMath>
                </a14:m>
                <a:r>
                  <a:rPr lang="en-US" dirty="0"/>
                  <a:t>. </a:t>
                </a:r>
              </a:p>
              <a:p>
                <a:pPr marL="457200" indent="-457200">
                  <a:buFont typeface="+mj-lt"/>
                  <a:buAutoNum type="arabicPeriod"/>
                </a:pPr>
                <a:r>
                  <a:rPr lang="en-US" dirty="0"/>
                  <a:t>For each node </a:t>
                </a:r>
                <a14:m>
                  <m:oMath xmlns:m="http://schemas.openxmlformats.org/officeDocument/2006/math">
                    <m:r>
                      <a:rPr lang="en-US" b="0" i="1" smtClean="0">
                        <a:latin typeface="Cambria Math" panose="02040503050406030204" pitchFamily="18" charset="0"/>
                      </a:rPr>
                      <m:t>𝑖</m:t>
                    </m:r>
                  </m:oMath>
                </a14:m>
                <a:r>
                  <a:rPr lang="en-US" dirty="0"/>
                  <a:t> in </a:t>
                </a:r>
                <a14:m>
                  <m:oMath xmlns:m="http://schemas.openxmlformats.org/officeDocument/2006/math">
                    <m:r>
                      <a:rPr lang="en-US" b="0" i="1" smtClean="0">
                        <a:latin typeface="Cambria Math" panose="02040503050406030204" pitchFamily="18" charset="0"/>
                      </a:rPr>
                      <m:t>𝑟𝑒𝑣𝑒𝑟𝑠𝑒𝑑</m:t>
                    </m:r>
                    <m:d>
                      <m:dPr>
                        <m:ctrlPr>
                          <a:rPr lang="en-US" b="0" i="1" smtClean="0">
                            <a:latin typeface="Cambria Math" panose="02040503050406030204" pitchFamily="18" charset="0"/>
                          </a:rPr>
                        </m:ctrlPr>
                      </m:dPr>
                      <m:e>
                        <m:r>
                          <a:rPr lang="en-US" b="1">
                            <a:latin typeface="Cambria Math" panose="02040503050406030204" pitchFamily="18" charset="0"/>
                          </a:rPr>
                          <m:t>𝐪</m:t>
                        </m:r>
                      </m:e>
                    </m:d>
                  </m:oMath>
                </a14:m>
                <a:r>
                  <a:rPr lang="en-US" dirty="0"/>
                  <a:t>:</a:t>
                </a:r>
              </a:p>
              <a:p>
                <a:pPr marL="917575" lvl="1" indent="-457200">
                  <a:buFont typeface="+mj-lt"/>
                  <a:buAutoNum type="alphaLcPeriod"/>
                </a:pPr>
                <a:r>
                  <a:rPr lang="en-US" dirty="0"/>
                  <a:t>If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 </m:t>
                    </m:r>
                  </m:oMath>
                </a14:m>
                <a:r>
                  <a:rPr lang="en-US" dirty="0"/>
                  <a:t>in </a:t>
                </a:r>
                <a14:m>
                  <m:oMath xmlns:m="http://schemas.openxmlformats.org/officeDocument/2006/math">
                    <m:r>
                      <a:rPr lang="en-US" i="1">
                        <a:latin typeface="Cambria Math" panose="02040503050406030204" pitchFamily="18" charset="0"/>
                      </a:rPr>
                      <m:t>𝑙𝑒𝑎𝑣𝑒𝑠</m:t>
                    </m:r>
                  </m:oMath>
                </a14:m>
                <a:r>
                  <a:rPr lang="en-US" dirty="0"/>
                  <a:t>, continue to next value of </a:t>
                </a:r>
                <a14:m>
                  <m:oMath xmlns:m="http://schemas.openxmlformats.org/officeDocument/2006/math">
                    <m:r>
                      <a:rPr lang="en-US" i="1">
                        <a:latin typeface="Cambria Math" panose="02040503050406030204" pitchFamily="18" charset="0"/>
                      </a:rPr>
                      <m:t>𝑖</m:t>
                    </m:r>
                  </m:oMath>
                </a14:m>
                <a:endParaRPr lang="en-US" dirty="0"/>
              </a:p>
              <a:p>
                <a:pPr marL="917575" lvl="1" indent="-457200">
                  <a:buFont typeface="+mj-lt"/>
                  <a:buAutoNum type="alphaLcPeriod"/>
                </a:pPr>
                <a:r>
                  <a:rPr lang="en-US" dirty="0"/>
                  <a:t>Initialize an empty list, </a:t>
                </a:r>
                <a14:m>
                  <m:oMath xmlns:m="http://schemas.openxmlformats.org/officeDocument/2006/math">
                    <m:r>
                      <a:rPr lang="en-US" b="0" i="1" smtClean="0">
                        <a:latin typeface="Cambria Math" panose="02040503050406030204" pitchFamily="18" charset="0"/>
                      </a:rPr>
                      <m:t>𝑛𝑏</m:t>
                    </m:r>
                  </m:oMath>
                </a14:m>
                <a:r>
                  <a:rPr lang="en-US" dirty="0"/>
                  <a:t> to store neighbors that precede </a:t>
                </a:r>
                <a14:m>
                  <m:oMath xmlns:m="http://schemas.openxmlformats.org/officeDocument/2006/math">
                    <m:r>
                      <a:rPr lang="en-US" i="1">
                        <a:latin typeface="Cambria Math" panose="02040503050406030204" pitchFamily="18" charset="0"/>
                      </a:rPr>
                      <m:t>𝑖</m:t>
                    </m:r>
                  </m:oMath>
                </a14:m>
                <a:r>
                  <a:rPr lang="en-US" dirty="0"/>
                  <a:t> on a shortest path to </a:t>
                </a:r>
                <a14:m>
                  <m:oMath xmlns:m="http://schemas.openxmlformats.org/officeDocument/2006/math">
                    <m:r>
                      <a:rPr lang="en-US" b="0" i="1" smtClean="0">
                        <a:latin typeface="Cambria Math" panose="02040503050406030204" pitchFamily="18" charset="0"/>
                      </a:rPr>
                      <m:t>𝑠</m:t>
                    </m:r>
                  </m:oMath>
                </a14:m>
                <a:r>
                  <a:rPr lang="en-US" dirty="0"/>
                  <a:t> </a:t>
                </a:r>
              </a:p>
              <a:p>
                <a:pPr marL="917575" lvl="1" indent="-457200">
                  <a:buFont typeface="+mj-lt"/>
                  <a:buAutoNum type="alphaLcPeriod"/>
                </a:pPr>
                <a:r>
                  <a:rPr lang="en-US" dirty="0"/>
                  <a:t>For node </a:t>
                </a:r>
                <a14:m>
                  <m:oMath xmlns:m="http://schemas.openxmlformats.org/officeDocument/2006/math">
                    <m:r>
                      <a:rPr lang="en-US" b="0" i="1" smtClean="0">
                        <a:latin typeface="Cambria Math" panose="02040503050406030204" pitchFamily="18" charset="0"/>
                      </a:rPr>
                      <m:t>𝑗</m:t>
                    </m:r>
                  </m:oMath>
                </a14:m>
                <a:r>
                  <a:rPr lang="en-US" dirty="0"/>
                  <a:t> in all nodes:</a:t>
                </a:r>
              </a:p>
              <a:p>
                <a:pPr marL="1143000" lvl="2" indent="-457200">
                  <a:buFont typeface="+mj-lt"/>
                  <a:buAutoNum type="romanLcPeriod"/>
                </a:pPr>
                <a:r>
                  <a:rPr lang="en-US" dirty="0"/>
                  <a:t>If </a:t>
                </a:r>
                <a14:m>
                  <m:oMath xmlns:m="http://schemas.openxmlformats.org/officeDocument/2006/math">
                    <m:r>
                      <a:rPr lang="en-US" i="1">
                        <a:latin typeface="Cambria Math" panose="02040503050406030204" pitchFamily="18" charset="0"/>
                      </a:rPr>
                      <m:t>𝑖</m:t>
                    </m:r>
                  </m:oMath>
                </a14:m>
                <a:r>
                  <a:rPr lang="en-US" dirty="0"/>
                  <a:t> in </a:t>
                </a:r>
                <a14:m>
                  <m:oMath xmlns:m="http://schemas.openxmlformats.org/officeDocument/2006/math">
                    <m:r>
                      <a:rPr lang="en-US" b="0" i="1" smtClean="0">
                        <a:latin typeface="Cambria Math" panose="02040503050406030204" pitchFamily="18" charset="0"/>
                      </a:rPr>
                      <m:t>𝑝𝑎𝑡h𝑠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e>
                    </m:d>
                  </m:oMath>
                </a14:m>
                <a:r>
                  <a:rPr lang="en-US" dirty="0"/>
                  <a:t>, add </a:t>
                </a:r>
                <a14:m>
                  <m:oMath xmlns:m="http://schemas.openxmlformats.org/officeDocument/2006/math">
                    <m:r>
                      <a:rPr lang="en-US" i="1">
                        <a:latin typeface="Cambria Math" panose="02040503050406030204" pitchFamily="18" charset="0"/>
                      </a:rPr>
                      <m:t>𝑗</m:t>
                    </m:r>
                  </m:oMath>
                </a14:m>
                <a:r>
                  <a:rPr lang="en-US" dirty="0"/>
                  <a:t> to </a:t>
                </a:r>
                <a14:m>
                  <m:oMath xmlns:m="http://schemas.openxmlformats.org/officeDocument/2006/math">
                    <m:r>
                      <a:rPr lang="en-US" b="0" i="1" smtClean="0">
                        <a:latin typeface="Cambria Math" panose="02040503050406030204" pitchFamily="18" charset="0"/>
                      </a:rPr>
                      <m:t>𝑛𝑏</m:t>
                    </m:r>
                  </m:oMath>
                </a14:m>
                <a:endParaRPr lang="en-US" dirty="0"/>
              </a:p>
              <a:p>
                <a:pPr marL="917575" lvl="1" indent="-457200">
                  <a:buFont typeface="+mj-lt"/>
                  <a:buAutoNum type="alphaLcPeriod"/>
                </a:pPr>
                <a:r>
                  <a:rPr lang="en-US" dirty="0"/>
                  <a:t>Set </a:t>
                </a:r>
                <a14:m>
                  <m:oMath xmlns:m="http://schemas.openxmlformats.org/officeDocument/2006/math">
                    <m:r>
                      <a:rPr lang="en-US" b="1">
                        <a:latin typeface="Cambria Math" panose="02040503050406030204" pitchFamily="18" charset="0"/>
                      </a:rPr>
                      <m:t>𝐱</m:t>
                    </m:r>
                    <m:d>
                      <m:dPr>
                        <m:begChr m:val="["/>
                        <m:endChr m:val="]"/>
                        <m:ctrlPr>
                          <a:rPr lang="en-US" b="1"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=1+</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𝑛𝑏</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𝑗</m:t>
                                </m:r>
                              </m:sub>
                            </m:sSub>
                          </m:den>
                        </m:f>
                      </m:e>
                    </m:nary>
                  </m:oMath>
                </a14:m>
                <a:endParaRPr lang="en-US" dirty="0"/>
              </a:p>
            </p:txBody>
          </p:sp>
        </mc:Choice>
        <mc:Fallback xmlns="">
          <p:sp>
            <p:nvSpPr>
              <p:cNvPr id="3" name="Content Placeholder 2">
                <a:extLst>
                  <a:ext uri="{FF2B5EF4-FFF2-40B4-BE49-F238E27FC236}">
                    <a16:creationId xmlns:a16="http://schemas.microsoft.com/office/drawing/2014/main" id="{EFA9BF18-316D-9E3F-9E6B-FAE17BEFC1BE}"/>
                  </a:ext>
                </a:extLst>
              </p:cNvPr>
              <p:cNvSpPr>
                <a:spLocks noGrp="1" noRot="1" noChangeAspect="1" noMove="1" noResize="1" noEditPoints="1" noAdjustHandles="1" noChangeArrowheads="1" noChangeShapeType="1" noTextEdit="1"/>
              </p:cNvSpPr>
              <p:nvPr>
                <p:ph idx="1"/>
              </p:nvPr>
            </p:nvSpPr>
            <p:spPr>
              <a:xfrm>
                <a:off x="1142999" y="1188720"/>
                <a:ext cx="9775480" cy="4371838"/>
              </a:xfrm>
              <a:blipFill>
                <a:blip r:embed="rId2"/>
                <a:stretch>
                  <a:fillRect l="-1686" t="-2899" r="-1038" b="-13623"/>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2EAAEB3B-8B08-C4FA-02F7-91BBACB66436}"/>
              </a:ext>
            </a:extLst>
          </p:cNvPr>
          <p:cNvSpPr/>
          <p:nvPr/>
        </p:nvSpPr>
        <p:spPr>
          <a:xfrm>
            <a:off x="1164879" y="5918505"/>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https://ml4g.masinolab.com/topics/metric-algorithms/betweenness-centrality-</a:t>
            </a:r>
            <a:r>
              <a:rPr lang="en-US" sz="1000" dirty="0" err="1"/>
              <a:t>algorithm.html</a:t>
            </a:r>
            <a:endParaRPr lang="en-US" sz="1000" dirty="0"/>
          </a:p>
        </p:txBody>
      </p:sp>
    </p:spTree>
    <p:extLst>
      <p:ext uri="{BB962C8B-B14F-4D97-AF65-F5344CB8AC3E}">
        <p14:creationId xmlns:p14="http://schemas.microsoft.com/office/powerpoint/2010/main" val="307692160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EFC24-2448-7FC3-53C8-38D9294FCB54}"/>
              </a:ext>
            </a:extLst>
          </p:cNvPr>
          <p:cNvSpPr>
            <a:spLocks noGrp="1"/>
          </p:cNvSpPr>
          <p:nvPr>
            <p:ph type="title"/>
          </p:nvPr>
        </p:nvSpPr>
        <p:spPr/>
        <p:txBody>
          <a:bodyPr/>
          <a:lstStyle/>
          <a:p>
            <a:r>
              <a:rPr lang="en-US" dirty="0"/>
              <a:t>Betweenness centrality complexity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AC94A6-7398-F038-0D92-978EFA87BAB1}"/>
                  </a:ext>
                </a:extLst>
              </p:cNvPr>
              <p:cNvSpPr>
                <a:spLocks noGrp="1"/>
              </p:cNvSpPr>
              <p:nvPr>
                <p:ph idx="1"/>
              </p:nvPr>
            </p:nvSpPr>
            <p:spPr>
              <a:xfrm>
                <a:off x="1143000" y="1188720"/>
                <a:ext cx="8535154" cy="2773323"/>
              </a:xfrm>
            </p:spPr>
            <p:txBody>
              <a:bodyPr/>
              <a:lstStyle/>
              <a:p>
                <a:pPr marL="342900" indent="-342900">
                  <a:buFont typeface="Arial" panose="020B0604020202020204" pitchFamily="34" charset="0"/>
                  <a:buChar char="•"/>
                </a:pPr>
                <a:r>
                  <a:rPr lang="en-US" dirty="0"/>
                  <a:t>The algorithm in the previous slides computes the betweenness scores for all nodes for a single source node, </a:t>
                </a:r>
                <a14:m>
                  <m:oMath xmlns:m="http://schemas.openxmlformats.org/officeDocument/2006/math">
                    <m:r>
                      <a:rPr lang="en-US" b="0" i="1" smtClean="0">
                        <a:latin typeface="Cambria Math" panose="02040503050406030204" pitchFamily="18" charset="0"/>
                      </a:rPr>
                      <m:t>𝑠</m:t>
                    </m:r>
                  </m:oMath>
                </a14:m>
                <a:endParaRPr lang="en-US" dirty="0"/>
              </a:p>
              <a:p>
                <a:pPr marL="342900" indent="-342900">
                  <a:buFont typeface="Arial" panose="020B0604020202020204" pitchFamily="34" charset="0"/>
                  <a:buChar char="•"/>
                </a:pPr>
                <a:r>
                  <a:rPr lang="en-US" dirty="0"/>
                  <a:t>This must be repeated for all possible sources nodes</a:t>
                </a:r>
              </a:p>
              <a:p>
                <a:pPr marL="342900" indent="-342900">
                  <a:buFont typeface="Arial" panose="020B0604020202020204" pitchFamily="34" charset="0"/>
                  <a:buChar char="•"/>
                </a:pPr>
                <a:r>
                  <a:rPr lang="en-US" dirty="0"/>
                  <a:t>Overall complexity is </a:t>
                </a:r>
              </a:p>
              <a:p>
                <a:pPr marL="803275" lvl="1" indent="-34290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e>
                        </m:d>
                      </m:e>
                    </m:d>
                  </m:oMath>
                </a14:m>
                <a:r>
                  <a:rPr lang="en-US" dirty="0"/>
                  <a:t> in general</a:t>
                </a:r>
              </a:p>
              <a:p>
                <a:pPr marL="803275" lvl="1"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for sparse networks</a:t>
                </a:r>
              </a:p>
              <a:p>
                <a:pPr marL="803275" lvl="1" indent="-342900">
                  <a:buFont typeface="Arial" panose="020B0604020202020204" pitchFamily="34" charset="0"/>
                  <a:buChar char="•"/>
                </a:pPr>
                <a:endParaRPr lang="en-US" dirty="0"/>
              </a:p>
            </p:txBody>
          </p:sp>
        </mc:Choice>
        <mc:Fallback xmlns="">
          <p:sp>
            <p:nvSpPr>
              <p:cNvPr id="3" name="Content Placeholder 2">
                <a:extLst>
                  <a:ext uri="{FF2B5EF4-FFF2-40B4-BE49-F238E27FC236}">
                    <a16:creationId xmlns:a16="http://schemas.microsoft.com/office/drawing/2014/main" id="{2DAC94A6-7398-F038-0D92-978EFA87BAB1}"/>
                  </a:ext>
                </a:extLst>
              </p:cNvPr>
              <p:cNvSpPr>
                <a:spLocks noGrp="1" noRot="1" noChangeAspect="1" noMove="1" noResize="1" noEditPoints="1" noAdjustHandles="1" noChangeArrowheads="1" noChangeShapeType="1" noTextEdit="1"/>
              </p:cNvSpPr>
              <p:nvPr>
                <p:ph idx="1"/>
              </p:nvPr>
            </p:nvSpPr>
            <p:spPr>
              <a:xfrm>
                <a:off x="1143000" y="1188720"/>
                <a:ext cx="8535154" cy="2773323"/>
              </a:xfrm>
              <a:blipFill>
                <a:blip r:embed="rId2"/>
                <a:stretch>
                  <a:fillRect l="-2080" t="-4566" r="-2675"/>
                </a:stretch>
              </a:blipFill>
            </p:spPr>
            <p:txBody>
              <a:bodyPr/>
              <a:lstStyle/>
              <a:p>
                <a:r>
                  <a:rPr lang="en-US">
                    <a:noFill/>
                  </a:rPr>
                  <a:t> </a:t>
                </a:r>
              </a:p>
            </p:txBody>
          </p:sp>
        </mc:Fallback>
      </mc:AlternateContent>
      <p:sp>
        <p:nvSpPr>
          <p:cNvPr id="4" name="Rounded Rectangle 3">
            <a:extLst>
              <a:ext uri="{FF2B5EF4-FFF2-40B4-BE49-F238E27FC236}">
                <a16:creationId xmlns:a16="http://schemas.microsoft.com/office/drawing/2014/main" id="{F9CA2099-2673-A45E-DD69-0385BE987A84}"/>
              </a:ext>
            </a:extLst>
          </p:cNvPr>
          <p:cNvSpPr/>
          <p:nvPr/>
        </p:nvSpPr>
        <p:spPr>
          <a:xfrm>
            <a:off x="1164879" y="5918505"/>
            <a:ext cx="5235921" cy="312596"/>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r>
              <a:rPr lang="en-US" sz="1000" dirty="0"/>
              <a:t>https://ml4g.masinolab.com/topics/metric-algorithms/betweenness-centrality-</a:t>
            </a:r>
            <a:r>
              <a:rPr lang="en-US" sz="1000" dirty="0" err="1"/>
              <a:t>algorithm.html</a:t>
            </a:r>
            <a:endParaRPr lang="en-US" sz="1000" dirty="0"/>
          </a:p>
        </p:txBody>
      </p:sp>
    </p:spTree>
    <p:extLst>
      <p:ext uri="{BB962C8B-B14F-4D97-AF65-F5344CB8AC3E}">
        <p14:creationId xmlns:p14="http://schemas.microsoft.com/office/powerpoint/2010/main" val="573454579"/>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0917-AD0F-C09B-9503-78E19FA10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0B4835-D254-2835-2A82-FB53AD599BFD}"/>
              </a:ext>
            </a:extLst>
          </p:cNvPr>
          <p:cNvSpPr>
            <a:spLocks noGrp="1"/>
          </p:cNvSpPr>
          <p:nvPr>
            <p:ph type="ctrTitle"/>
          </p:nvPr>
        </p:nvSpPr>
        <p:spPr>
          <a:xfrm>
            <a:off x="1355318" y="3429000"/>
            <a:ext cx="10262721" cy="541687"/>
          </a:xfrm>
        </p:spPr>
        <p:txBody>
          <a:bodyPr/>
          <a:lstStyle/>
          <a:p>
            <a:r>
              <a:rPr lang="en-US" dirty="0"/>
              <a:t>Software</a:t>
            </a:r>
          </a:p>
        </p:txBody>
      </p:sp>
    </p:spTree>
    <p:extLst>
      <p:ext uri="{BB962C8B-B14F-4D97-AF65-F5344CB8AC3E}">
        <p14:creationId xmlns:p14="http://schemas.microsoft.com/office/powerpoint/2010/main" val="1002634125"/>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85EAA-A179-381C-4A61-E7675F72AE48}"/>
              </a:ext>
            </a:extLst>
          </p:cNvPr>
          <p:cNvSpPr>
            <a:spLocks noGrp="1"/>
          </p:cNvSpPr>
          <p:nvPr>
            <p:ph type="title"/>
          </p:nvPr>
        </p:nvSpPr>
        <p:spPr/>
        <p:txBody>
          <a:bodyPr/>
          <a:lstStyle/>
          <a:p>
            <a:r>
              <a:rPr lang="en-US" dirty="0"/>
              <a:t>Software in this course</a:t>
            </a:r>
          </a:p>
        </p:txBody>
      </p:sp>
      <p:sp>
        <p:nvSpPr>
          <p:cNvPr id="3" name="Content Placeholder 2">
            <a:extLst>
              <a:ext uri="{FF2B5EF4-FFF2-40B4-BE49-F238E27FC236}">
                <a16:creationId xmlns:a16="http://schemas.microsoft.com/office/drawing/2014/main" id="{E33E36A3-C920-53D9-932C-49B72BD701B8}"/>
              </a:ext>
            </a:extLst>
          </p:cNvPr>
          <p:cNvSpPr>
            <a:spLocks noGrp="1"/>
          </p:cNvSpPr>
          <p:nvPr>
            <p:ph idx="1"/>
          </p:nvPr>
        </p:nvSpPr>
        <p:spPr>
          <a:xfrm>
            <a:off x="1143000" y="1188720"/>
            <a:ext cx="9703051" cy="3530197"/>
          </a:xfrm>
        </p:spPr>
        <p:txBody>
          <a:bodyPr/>
          <a:lstStyle/>
          <a:p>
            <a:r>
              <a:rPr lang="en-US" dirty="0"/>
              <a:t>We will use a Python software stack that includes:</a:t>
            </a:r>
          </a:p>
          <a:p>
            <a:pPr marL="342900" indent="-342900">
              <a:buFont typeface="Arial" panose="020B0604020202020204" pitchFamily="34" charset="0"/>
              <a:buChar char="•"/>
            </a:pPr>
            <a:r>
              <a:rPr lang="en-US" dirty="0" err="1"/>
              <a:t>PyTorch</a:t>
            </a:r>
            <a:r>
              <a:rPr lang="en-US" dirty="0"/>
              <a:t> – general deep learning library</a:t>
            </a:r>
          </a:p>
          <a:p>
            <a:pPr marL="342900" indent="-342900">
              <a:buFont typeface="Arial" panose="020B0604020202020204" pitchFamily="34" charset="0"/>
              <a:buChar char="•"/>
            </a:pPr>
            <a:r>
              <a:rPr lang="en-US" dirty="0" err="1"/>
              <a:t>PyTorch</a:t>
            </a:r>
            <a:r>
              <a:rPr lang="en-US" dirty="0"/>
              <a:t> Geometric – extension of </a:t>
            </a:r>
            <a:r>
              <a:rPr lang="en-US" dirty="0" err="1"/>
              <a:t>PyTorch</a:t>
            </a:r>
            <a:r>
              <a:rPr lang="en-US" dirty="0"/>
              <a:t> for graph neural networks</a:t>
            </a:r>
          </a:p>
          <a:p>
            <a:pPr marL="342900" indent="-342900">
              <a:buFont typeface="Arial" panose="020B0604020202020204" pitchFamily="34" charset="0"/>
              <a:buChar char="•"/>
            </a:pPr>
            <a:r>
              <a:rPr lang="en-US" dirty="0" err="1"/>
              <a:t>NetworkX</a:t>
            </a:r>
            <a:r>
              <a:rPr lang="en-US" dirty="0"/>
              <a:t> – network analysis and visualization</a:t>
            </a:r>
          </a:p>
          <a:p>
            <a:pPr marL="342900" indent="-342900">
              <a:buFont typeface="Arial" panose="020B0604020202020204" pitchFamily="34" charset="0"/>
              <a:buChar char="•"/>
            </a:pPr>
            <a:r>
              <a:rPr lang="en-US" dirty="0" err="1"/>
              <a:t>PyGraphviz</a:t>
            </a:r>
            <a:r>
              <a:rPr lang="en-US" dirty="0"/>
              <a:t> – Python interface to </a:t>
            </a:r>
            <a:r>
              <a:rPr lang="en-US" dirty="0" err="1"/>
              <a:t>Graphviz</a:t>
            </a:r>
            <a:r>
              <a:rPr lang="en-US" dirty="0"/>
              <a:t> network visualization library</a:t>
            </a:r>
          </a:p>
          <a:p>
            <a:endParaRPr lang="en-US" dirty="0"/>
          </a:p>
          <a:p>
            <a:r>
              <a:rPr lang="en-US" dirty="0"/>
              <a:t>We will work with these starting in lab 1 (next meeting)</a:t>
            </a:r>
          </a:p>
          <a:p>
            <a:r>
              <a:rPr lang="en-US" b="1" dirty="0">
                <a:solidFill>
                  <a:schemeClr val="accent2">
                    <a:lumMod val="75000"/>
                  </a:schemeClr>
                </a:solidFill>
              </a:rPr>
              <a:t>Please use the Google-</a:t>
            </a:r>
            <a:r>
              <a:rPr lang="en-US" b="1" dirty="0" err="1">
                <a:solidFill>
                  <a:schemeClr val="accent2">
                    <a:lumMod val="75000"/>
                  </a:schemeClr>
                </a:solidFill>
              </a:rPr>
              <a:t>Colab</a:t>
            </a:r>
            <a:r>
              <a:rPr lang="en-US" b="1" dirty="0">
                <a:solidFill>
                  <a:schemeClr val="accent2">
                    <a:lumMod val="75000"/>
                  </a:schemeClr>
                </a:solidFill>
              </a:rPr>
              <a:t>-</a:t>
            </a:r>
            <a:r>
              <a:rPr lang="en-US" b="1" dirty="0" err="1">
                <a:solidFill>
                  <a:schemeClr val="accent2">
                    <a:lumMod val="75000"/>
                  </a:schemeClr>
                </a:solidFill>
              </a:rPr>
              <a:t>Palmetto.docx</a:t>
            </a:r>
            <a:r>
              <a:rPr lang="en-US" b="1" dirty="0">
                <a:solidFill>
                  <a:schemeClr val="accent2">
                    <a:lumMod val="75000"/>
                  </a:schemeClr>
                </a:solidFill>
              </a:rPr>
              <a:t> file on Canvas to configure your Python virtual environment before our next meeting!!!!</a:t>
            </a:r>
          </a:p>
        </p:txBody>
      </p:sp>
    </p:spTree>
    <p:extLst>
      <p:ext uri="{BB962C8B-B14F-4D97-AF65-F5344CB8AC3E}">
        <p14:creationId xmlns:p14="http://schemas.microsoft.com/office/powerpoint/2010/main" val="60245834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6BAAC-7617-52A6-3A1C-584785553C57}"/>
              </a:ext>
            </a:extLst>
          </p:cNvPr>
          <p:cNvSpPr>
            <a:spLocks noGrp="1"/>
          </p:cNvSpPr>
          <p:nvPr>
            <p:ph type="title"/>
          </p:nvPr>
        </p:nvSpPr>
        <p:spPr/>
        <p:txBody>
          <a:bodyPr/>
          <a:lstStyle/>
          <a:p>
            <a:r>
              <a:rPr lang="en-US" dirty="0"/>
              <a:t>Other software</a:t>
            </a:r>
          </a:p>
        </p:txBody>
      </p:sp>
      <p:sp>
        <p:nvSpPr>
          <p:cNvPr id="3" name="Content Placeholder 2">
            <a:extLst>
              <a:ext uri="{FF2B5EF4-FFF2-40B4-BE49-F238E27FC236}">
                <a16:creationId xmlns:a16="http://schemas.microsoft.com/office/drawing/2014/main" id="{1FB662C1-5411-4165-3EC2-C79C5D9FB665}"/>
              </a:ext>
            </a:extLst>
          </p:cNvPr>
          <p:cNvSpPr>
            <a:spLocks noGrp="1"/>
          </p:cNvSpPr>
          <p:nvPr>
            <p:ph idx="1"/>
          </p:nvPr>
        </p:nvSpPr>
        <p:spPr>
          <a:xfrm>
            <a:off x="1142999" y="1188720"/>
            <a:ext cx="7772399" cy="741742"/>
          </a:xfrm>
        </p:spPr>
        <p:txBody>
          <a:bodyPr/>
          <a:lstStyle/>
          <a:p>
            <a:r>
              <a:rPr lang="en-US" dirty="0"/>
              <a:t>For the intrepid learners (we won’t cover all of these)</a:t>
            </a:r>
          </a:p>
          <a:p>
            <a:pPr marL="342900" indent="-342900">
              <a:buFont typeface="Arial" panose="020B0604020202020204" pitchFamily="34" charset="0"/>
              <a:buChar char="•"/>
            </a:pPr>
            <a:r>
              <a:rPr lang="en-US" dirty="0"/>
              <a:t>Deep Graph Library (</a:t>
            </a:r>
            <a:r>
              <a:rPr lang="en-US" dirty="0">
                <a:hlinkClick r:id="rId2"/>
              </a:rPr>
              <a:t>dgl.ai</a:t>
            </a:r>
            <a:r>
              <a:rPr lang="en-US" dirty="0"/>
              <a:t>) </a:t>
            </a:r>
          </a:p>
        </p:txBody>
      </p:sp>
      <p:grpSp>
        <p:nvGrpSpPr>
          <p:cNvPr id="6" name="Group 5">
            <a:extLst>
              <a:ext uri="{FF2B5EF4-FFF2-40B4-BE49-F238E27FC236}">
                <a16:creationId xmlns:a16="http://schemas.microsoft.com/office/drawing/2014/main" id="{142B3B7F-467C-C7E9-C552-F725B927687E}"/>
              </a:ext>
            </a:extLst>
          </p:cNvPr>
          <p:cNvGrpSpPr/>
          <p:nvPr/>
        </p:nvGrpSpPr>
        <p:grpSpPr>
          <a:xfrm>
            <a:off x="1142999" y="2243088"/>
            <a:ext cx="9382093" cy="3150967"/>
            <a:chOff x="1142998" y="1853517"/>
            <a:chExt cx="9382093" cy="3150967"/>
          </a:xfrm>
        </p:grpSpPr>
        <p:pic>
          <p:nvPicPr>
            <p:cNvPr id="4" name="Picture 3">
              <a:extLst>
                <a:ext uri="{FF2B5EF4-FFF2-40B4-BE49-F238E27FC236}">
                  <a16:creationId xmlns:a16="http://schemas.microsoft.com/office/drawing/2014/main" id="{759C4994-C188-7D10-C536-91AFF2A48F3D}"/>
                </a:ext>
              </a:extLst>
            </p:cNvPr>
            <p:cNvPicPr>
              <a:picLocks noChangeAspect="1"/>
            </p:cNvPicPr>
            <p:nvPr/>
          </p:nvPicPr>
          <p:blipFill>
            <a:blip r:embed="rId3"/>
            <a:stretch>
              <a:fillRect/>
            </a:stretch>
          </p:blipFill>
          <p:spPr>
            <a:xfrm>
              <a:off x="1142998" y="1853517"/>
              <a:ext cx="9382093" cy="3150967"/>
            </a:xfrm>
            <a:prstGeom prst="rect">
              <a:avLst/>
            </a:prstGeom>
          </p:spPr>
        </p:pic>
        <p:sp>
          <p:nvSpPr>
            <p:cNvPr id="5" name="Rounded Rectangle 4">
              <a:extLst>
                <a:ext uri="{FF2B5EF4-FFF2-40B4-BE49-F238E27FC236}">
                  <a16:creationId xmlns:a16="http://schemas.microsoft.com/office/drawing/2014/main" id="{EFFC1FC2-9436-60BD-117A-C92411283CCD}"/>
                </a:ext>
              </a:extLst>
            </p:cNvPr>
            <p:cNvSpPr/>
            <p:nvPr/>
          </p:nvSpPr>
          <p:spPr>
            <a:xfrm>
              <a:off x="1284838" y="3782086"/>
              <a:ext cx="9045166" cy="590738"/>
            </a:xfrm>
            <a:prstGeom prst="roundRect">
              <a:avLst/>
            </a:prstGeom>
            <a:solidFill>
              <a:srgbClr val="512C8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32991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02E4-BF01-6472-499B-D2ACE797D70C}"/>
              </a:ext>
            </a:extLst>
          </p:cNvPr>
          <p:cNvSpPr>
            <a:spLocks noGrp="1"/>
          </p:cNvSpPr>
          <p:nvPr>
            <p:ph type="title"/>
          </p:nvPr>
        </p:nvSpPr>
        <p:spPr/>
        <p:txBody>
          <a:bodyPr/>
          <a:lstStyle/>
          <a:p>
            <a:r>
              <a:rPr lang="en-US" dirty="0" err="1"/>
              <a:t>PyTorch</a:t>
            </a:r>
            <a:r>
              <a:rPr lang="en-US" dirty="0"/>
              <a:t> Tutorials</a:t>
            </a:r>
          </a:p>
        </p:txBody>
      </p:sp>
      <p:sp>
        <p:nvSpPr>
          <p:cNvPr id="3" name="Content Placeholder 2">
            <a:extLst>
              <a:ext uri="{FF2B5EF4-FFF2-40B4-BE49-F238E27FC236}">
                <a16:creationId xmlns:a16="http://schemas.microsoft.com/office/drawing/2014/main" id="{6B360232-BD5C-B923-E7DE-8ECC277CDC4A}"/>
              </a:ext>
            </a:extLst>
          </p:cNvPr>
          <p:cNvSpPr>
            <a:spLocks noGrp="1"/>
          </p:cNvSpPr>
          <p:nvPr>
            <p:ph idx="1"/>
          </p:nvPr>
        </p:nvSpPr>
        <p:spPr>
          <a:xfrm>
            <a:off x="190434" y="1084557"/>
            <a:ext cx="4052989" cy="332399"/>
          </a:xfrm>
        </p:spPr>
        <p:txBody>
          <a:bodyPr/>
          <a:lstStyle/>
          <a:p>
            <a:pPr marL="0" indent="0">
              <a:buNone/>
            </a:pPr>
            <a:r>
              <a:rPr lang="en-US" dirty="0"/>
              <a:t>https://</a:t>
            </a:r>
            <a:r>
              <a:rPr lang="en-US" dirty="0" err="1"/>
              <a:t>pytorch.org</a:t>
            </a:r>
            <a:r>
              <a:rPr lang="en-US" dirty="0"/>
              <a:t>/tutorials/</a:t>
            </a:r>
          </a:p>
        </p:txBody>
      </p:sp>
      <p:pic>
        <p:nvPicPr>
          <p:cNvPr id="4" name="Picture 3">
            <a:extLst>
              <a:ext uri="{FF2B5EF4-FFF2-40B4-BE49-F238E27FC236}">
                <a16:creationId xmlns:a16="http://schemas.microsoft.com/office/drawing/2014/main" id="{C3A50D3B-B458-8706-CA52-5C394DA128E1}"/>
              </a:ext>
            </a:extLst>
          </p:cNvPr>
          <p:cNvPicPr>
            <a:picLocks noChangeAspect="1"/>
          </p:cNvPicPr>
          <p:nvPr/>
        </p:nvPicPr>
        <p:blipFill>
          <a:blip r:embed="rId2"/>
          <a:stretch>
            <a:fillRect/>
          </a:stretch>
        </p:blipFill>
        <p:spPr>
          <a:xfrm>
            <a:off x="4243423" y="959258"/>
            <a:ext cx="7948577" cy="5417687"/>
          </a:xfrm>
          <a:prstGeom prst="rect">
            <a:avLst/>
          </a:prstGeom>
        </p:spPr>
      </p:pic>
    </p:spTree>
    <p:extLst>
      <p:ext uri="{BB962C8B-B14F-4D97-AF65-F5344CB8AC3E}">
        <p14:creationId xmlns:p14="http://schemas.microsoft.com/office/powerpoint/2010/main" val="323898927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2499-1D4F-1308-998D-45F43AC31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3A4FC-3CF5-5E48-638A-21A76C3B191A}"/>
              </a:ext>
            </a:extLst>
          </p:cNvPr>
          <p:cNvSpPr>
            <a:spLocks noGrp="1"/>
          </p:cNvSpPr>
          <p:nvPr>
            <p:ph type="title"/>
          </p:nvPr>
        </p:nvSpPr>
        <p:spPr/>
        <p:txBody>
          <a:bodyPr/>
          <a:lstStyle/>
          <a:p>
            <a:r>
              <a:rPr lang="en-US" dirty="0" err="1"/>
              <a:t>PyTorch</a:t>
            </a:r>
            <a:r>
              <a:rPr lang="en-US" dirty="0"/>
              <a:t> Geometric Tutorials</a:t>
            </a:r>
          </a:p>
        </p:txBody>
      </p:sp>
      <p:sp>
        <p:nvSpPr>
          <p:cNvPr id="3" name="Content Placeholder 2">
            <a:extLst>
              <a:ext uri="{FF2B5EF4-FFF2-40B4-BE49-F238E27FC236}">
                <a16:creationId xmlns:a16="http://schemas.microsoft.com/office/drawing/2014/main" id="{174490FA-208F-6153-19CF-925476E3920D}"/>
              </a:ext>
            </a:extLst>
          </p:cNvPr>
          <p:cNvSpPr>
            <a:spLocks noGrp="1"/>
          </p:cNvSpPr>
          <p:nvPr>
            <p:ph idx="1"/>
          </p:nvPr>
        </p:nvSpPr>
        <p:spPr>
          <a:xfrm>
            <a:off x="108953" y="1093611"/>
            <a:ext cx="4052989" cy="747897"/>
          </a:xfrm>
        </p:spPr>
        <p:txBody>
          <a:bodyPr/>
          <a:lstStyle/>
          <a:p>
            <a:pPr marL="0" indent="0">
              <a:buNone/>
            </a:pPr>
            <a:r>
              <a:rPr lang="en-US" sz="1800" dirty="0"/>
              <a:t>https://</a:t>
            </a:r>
            <a:r>
              <a:rPr lang="en-US" sz="1800" dirty="0" err="1"/>
              <a:t>pytorch-geometric.readthedocs.io</a:t>
            </a:r>
            <a:r>
              <a:rPr lang="en-US" sz="1800" dirty="0"/>
              <a:t>/</a:t>
            </a:r>
            <a:r>
              <a:rPr lang="en-US" sz="1800" dirty="0" err="1"/>
              <a:t>en</a:t>
            </a:r>
            <a:r>
              <a:rPr lang="en-US" sz="1800" dirty="0"/>
              <a:t>/stable/</a:t>
            </a:r>
            <a:r>
              <a:rPr lang="en-US" sz="1800" dirty="0" err="1"/>
              <a:t>get_started</a:t>
            </a:r>
            <a:r>
              <a:rPr lang="en-US" sz="1800" dirty="0"/>
              <a:t>/</a:t>
            </a:r>
            <a:r>
              <a:rPr lang="en-US" sz="1800" dirty="0" err="1"/>
              <a:t>introduction.html</a:t>
            </a:r>
            <a:endParaRPr lang="en-US" sz="1800" dirty="0"/>
          </a:p>
        </p:txBody>
      </p:sp>
      <p:pic>
        <p:nvPicPr>
          <p:cNvPr id="5" name="Picture 4">
            <a:extLst>
              <a:ext uri="{FF2B5EF4-FFF2-40B4-BE49-F238E27FC236}">
                <a16:creationId xmlns:a16="http://schemas.microsoft.com/office/drawing/2014/main" id="{6AF446EE-2DE7-184D-EE09-87A33FBE6E37}"/>
              </a:ext>
            </a:extLst>
          </p:cNvPr>
          <p:cNvPicPr>
            <a:picLocks noChangeAspect="1"/>
          </p:cNvPicPr>
          <p:nvPr/>
        </p:nvPicPr>
        <p:blipFill>
          <a:blip r:embed="rId2"/>
          <a:stretch>
            <a:fillRect/>
          </a:stretch>
        </p:blipFill>
        <p:spPr>
          <a:xfrm>
            <a:off x="4243423" y="671273"/>
            <a:ext cx="7772400" cy="5750845"/>
          </a:xfrm>
          <a:prstGeom prst="rect">
            <a:avLst/>
          </a:prstGeom>
        </p:spPr>
      </p:pic>
    </p:spTree>
    <p:extLst>
      <p:ext uri="{BB962C8B-B14F-4D97-AF65-F5344CB8AC3E}">
        <p14:creationId xmlns:p14="http://schemas.microsoft.com/office/powerpoint/2010/main" val="162636111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Badge Question Mark outline">
            <a:extLst>
              <a:ext uri="{FF2B5EF4-FFF2-40B4-BE49-F238E27FC236}">
                <a16:creationId xmlns:a16="http://schemas.microsoft.com/office/drawing/2014/main" id="{95C4451D-C85A-ABF2-CB7C-2B6AAAC939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8701" y="1431701"/>
            <a:ext cx="3994598" cy="3994598"/>
          </a:xfrm>
          <a:prstGeom prst="rect">
            <a:avLst/>
          </a:prstGeom>
        </p:spPr>
      </p:pic>
    </p:spTree>
    <p:extLst>
      <p:ext uri="{BB962C8B-B14F-4D97-AF65-F5344CB8AC3E}">
        <p14:creationId xmlns:p14="http://schemas.microsoft.com/office/powerpoint/2010/main" val="2768288075"/>
      </p:ext>
    </p:extLst>
  </p:cSld>
  <p:clrMapOvr>
    <a:masterClrMapping/>
  </p:clrMapOvr>
  <p:transition>
    <p:fade/>
  </p:transition>
</p:sld>
</file>

<file path=ppt/theme/theme1.xml><?xml version="1.0" encoding="utf-8"?>
<a:theme xmlns:a="http://schemas.openxmlformats.org/drawingml/2006/main" name="2_Office Theme">
  <a:themeElements>
    <a:clrScheme name="Custom 7">
      <a:dk1>
        <a:srgbClr val="000000"/>
      </a:dk1>
      <a:lt1>
        <a:srgbClr val="FFFFFF"/>
      </a:lt1>
      <a:dk2>
        <a:srgbClr val="2E1A47"/>
      </a:dk2>
      <a:lt2>
        <a:srgbClr val="E7E6E6"/>
      </a:lt2>
      <a:accent1>
        <a:srgbClr val="512C80"/>
      </a:accent1>
      <a:accent2>
        <a:srgbClr val="F56600"/>
      </a:accent2>
      <a:accent3>
        <a:srgbClr val="C8C9C7"/>
      </a:accent3>
      <a:accent4>
        <a:srgbClr val="EFDBB2"/>
      </a:accent4>
      <a:accent5>
        <a:srgbClr val="005EB8"/>
      </a:accent5>
      <a:accent6>
        <a:srgbClr val="00205B"/>
      </a:accent6>
      <a:hlink>
        <a:srgbClr val="546123"/>
      </a:hlink>
      <a:folHlink>
        <a:srgbClr val="B9470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CAS Powerpoint Template" id="{C0619ED3-21A2-DA46-9E85-1B86BAB06AB9}" vid="{C74B8FD6-A1B8-A648-882A-575C04AA8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fb62381-eca6-449a-b2cc-44a3e4eac3e3">
      <UserInfo>
        <DisplayName>SharingLinks.89eaa434-f4b5-46c4-8af8-60a16ee04f88.OrganizationEdit.45543251-36fc-4f4c-a3dc-f60e55206d63</DisplayName>
        <AccountId>19</AccountId>
        <AccountType/>
      </UserInfo>
      <UserInfo>
        <DisplayName>Mitch Shue</DisplayName>
        <AccountId>1503</AccountId>
        <AccountType/>
      </UserInfo>
    </SharedWithUsers>
    <Photo xmlns="3259dfc5-faeb-4e0d-9afa-7806f649d77a" xsi:nil="true"/>
    <TaxCatchAll xmlns="2fb62381-eca6-449a-b2cc-44a3e4eac3e3" xsi:nil="true"/>
    <lcf76f155ced4ddcb4097134ff3c332f xmlns="3259dfc5-faeb-4e0d-9afa-7806f649d77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E23C5BBDF2F7C4594F533557ABE7A91" ma:contentTypeVersion="18" ma:contentTypeDescription="Create a new document." ma:contentTypeScope="" ma:versionID="9f41ac8d9451d42ca93d8a4dd37cda4b">
  <xsd:schema xmlns:xsd="http://www.w3.org/2001/XMLSchema" xmlns:xs="http://www.w3.org/2001/XMLSchema" xmlns:p="http://schemas.microsoft.com/office/2006/metadata/properties" xmlns:ns2="3259dfc5-faeb-4e0d-9afa-7806f649d77a" xmlns:ns3="2fb62381-eca6-449a-b2cc-44a3e4eac3e3" targetNamespace="http://schemas.microsoft.com/office/2006/metadata/properties" ma:root="true" ma:fieldsID="b196a2bf1173825d1dc7f61f90269136" ns2:_="" ns3:_="">
    <xsd:import namespace="3259dfc5-faeb-4e0d-9afa-7806f649d77a"/>
    <xsd:import namespace="2fb62381-eca6-449a-b2cc-44a3e4eac3e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Photo"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59dfc5-faeb-4e0d-9afa-7806f649d77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Photo" ma:index="21" nillable="true" ma:displayName="Photo" ma:format="Thumbnail" ma:internalName="Photo">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e6246e5-a6e5-4eb2-9fa7-36466991193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b62381-eca6-449a-b2cc-44a3e4eac3e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2b919d74-c728-4068-8130-1c138d5f5ddb}" ma:internalName="TaxCatchAll" ma:showField="CatchAllData" ma:web="2fb62381-eca6-449a-b2cc-44a3e4eac3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DF18DC-19D2-4B61-9808-9EAE5A92072B}">
  <ds:schemaRefs>
    <ds:schemaRef ds:uri="http://purl.org/dc/dcmitype/"/>
    <ds:schemaRef ds:uri="http://purl.org/dc/elements/1.1/"/>
    <ds:schemaRef ds:uri="http://www.w3.org/XML/1998/namespace"/>
    <ds:schemaRef ds:uri="2fb62381-eca6-449a-b2cc-44a3e4eac3e3"/>
    <ds:schemaRef ds:uri="http://schemas.microsoft.com/office/2006/documentManagement/types"/>
    <ds:schemaRef ds:uri="http://purl.org/dc/terms/"/>
    <ds:schemaRef ds:uri="3259dfc5-faeb-4e0d-9afa-7806f649d77a"/>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56AD31D9-84FD-44E0-B0A9-07C522911076}">
  <ds:schemaRefs>
    <ds:schemaRef ds:uri="http://schemas.microsoft.com/sharepoint/v3/contenttype/forms"/>
  </ds:schemaRefs>
</ds:datastoreItem>
</file>

<file path=customXml/itemProps3.xml><?xml version="1.0" encoding="utf-8"?>
<ds:datastoreItem xmlns:ds="http://schemas.openxmlformats.org/officeDocument/2006/customXml" ds:itemID="{3A5063CF-356B-4DD9-B6A6-8BACDCB7F3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59dfc5-faeb-4e0d-9afa-7806f649d77a"/>
    <ds:schemaRef ds:uri="2fb62381-eca6-449a-b2cc-44a3e4eac3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CECAS Powerpoint Template</Template>
  <TotalTime>7407</TotalTime>
  <Words>3200</Words>
  <Application>Microsoft Macintosh PowerPoint</Application>
  <PresentationFormat>Widescreen</PresentationFormat>
  <Paragraphs>347</Paragraphs>
  <Slides>48</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Calibri</vt:lpstr>
      <vt:lpstr>Cambria Math</vt:lpstr>
      <vt:lpstr>Courier New</vt:lpstr>
      <vt:lpstr>Franklin Gothic Book</vt:lpstr>
      <vt:lpstr>Franklin Gothic Medium</vt:lpstr>
      <vt:lpstr>Sabon Next LT</vt:lpstr>
      <vt:lpstr>System Font Regular</vt:lpstr>
      <vt:lpstr>Wingdings</vt:lpstr>
      <vt:lpstr>2_Office Theme</vt:lpstr>
      <vt:lpstr>Computation &amp; ML models</vt:lpstr>
      <vt:lpstr>Overview</vt:lpstr>
      <vt:lpstr>Computational complexity</vt:lpstr>
      <vt:lpstr>Computational complexity</vt:lpstr>
      <vt:lpstr>Will my algorithm finish while I get coffee?</vt:lpstr>
      <vt:lpstr>More on computational complexity</vt:lpstr>
      <vt:lpstr>Network data structures</vt:lpstr>
      <vt:lpstr>How should we represent the network on a computer?</vt:lpstr>
      <vt:lpstr>Adjacency matrix representation</vt:lpstr>
      <vt:lpstr>Adjacency matrix representation disadvantages</vt:lpstr>
      <vt:lpstr>Adjacency list</vt:lpstr>
      <vt:lpstr>Adjacency list</vt:lpstr>
      <vt:lpstr>Adjacency list</vt:lpstr>
      <vt:lpstr>Adjacency list</vt:lpstr>
      <vt:lpstr>Adjacency list advantages</vt:lpstr>
      <vt:lpstr>Adjacency lists in Python</vt:lpstr>
      <vt:lpstr>Metric algorithms</vt:lpstr>
      <vt:lpstr>Node degree from adjacency matrix</vt:lpstr>
      <vt:lpstr>Node degree from adjacency matrix</vt:lpstr>
      <vt:lpstr>Node degree from adjacency matrix</vt:lpstr>
      <vt:lpstr>Node degree from adjacency list</vt:lpstr>
      <vt:lpstr>Node degree from adjacency list</vt:lpstr>
      <vt:lpstr>Node degree from adjacency list</vt:lpstr>
      <vt:lpstr>Node degree complexity is affected by representation</vt:lpstr>
      <vt:lpstr>Local clustering coefficient computation</vt:lpstr>
      <vt:lpstr>Local clustering coefficient computation</vt:lpstr>
      <vt:lpstr>Local clustering coefficient computation</vt:lpstr>
      <vt:lpstr>Local clustering coefficient computation</vt:lpstr>
      <vt:lpstr>Local clustering coefficient computation</vt:lpstr>
      <vt:lpstr>Local clustering coefficient computation</vt:lpstr>
      <vt:lpstr>Local clustering coefficient computation complexity</vt:lpstr>
      <vt:lpstr>Breadth-first search</vt:lpstr>
      <vt:lpstr>Breadth-first search implementation </vt:lpstr>
      <vt:lpstr>Finding shortest paths algorithm</vt:lpstr>
      <vt:lpstr>Finding shortest paths algorithm</vt:lpstr>
      <vt:lpstr>Finding shortest paths algorithm</vt:lpstr>
      <vt:lpstr>Finding shortest paths algorithm</vt:lpstr>
      <vt:lpstr>Finding shortest paths algorithm</vt:lpstr>
      <vt:lpstr>Betweenness Centrality</vt:lpstr>
      <vt:lpstr>Betweenness Centrality Algorithm – part 1</vt:lpstr>
      <vt:lpstr>Betweenness Centrality Algorithm – part 2</vt:lpstr>
      <vt:lpstr>Betweenness centrality complexity</vt:lpstr>
      <vt:lpstr>Software</vt:lpstr>
      <vt:lpstr>Software in this course</vt:lpstr>
      <vt:lpstr>Other software</vt:lpstr>
      <vt:lpstr>PyTorch Tutorials</vt:lpstr>
      <vt:lpstr>PyTorch Geometric Tutorials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Masino</dc:creator>
  <cp:lastModifiedBy>Aaron J Masino</cp:lastModifiedBy>
  <cp:revision>4</cp:revision>
  <dcterms:created xsi:type="dcterms:W3CDTF">2023-12-06T23:09:56Z</dcterms:created>
  <dcterms:modified xsi:type="dcterms:W3CDTF">2025-07-28T21:43:05Z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0x0101003E23C5BBDF2F7C4594F533557ABE7A91</vt:lpwstr>
  </property>
  <property fmtid="{D5CDD505-2E9C-101B-9397-08002B2CF9AE}" pid="3" name="MediaServiceImageTags">
    <vt:lpwstr/>
  </property>
</Properties>
</file>